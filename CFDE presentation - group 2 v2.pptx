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 id="2147483672"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9144000" cy="5143500" type="screen16x9"/>
  <p:notesSz cx="6858000" cy="9144000"/>
  <p:embeddedFontLst>
    <p:embeddedFont>
      <p:font typeface="Georgia" panose="02040502050405020303" pitchFamily="18" charset="0"/>
      <p:regular r:id="rId24"/>
      <p:bold r:id="rId25"/>
      <p:italic r:id="rId26"/>
      <p:boldItalic r:id="rId27"/>
    </p:embeddedFont>
    <p:embeddedFont>
      <p:font typeface="Roboto" panose="02000000000000000000" pitchFamily="2" charset="0"/>
      <p:regular r:id="rId28"/>
      <p:bold r:id="rId29"/>
      <p:italic r:id="rId30"/>
      <p:boldItalic r:id="rId31"/>
    </p:embeddedFont>
    <p:embeddedFont>
      <p:font typeface="Trebuchet MS" panose="020B0703020202090204" pitchFamily="34" charset="0"/>
      <p:regular r:id="rId32"/>
      <p:bold r:id="rId33"/>
      <p: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0186F60-7548-4357-8D7D-44B4FBEC7135}">
  <a:tblStyle styleId="{10186F60-7548-4357-8D7D-44B4FBEC713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8"/>
  </p:normalViewPr>
  <p:slideViewPr>
    <p:cSldViewPr snapToGrid="0">
      <p:cViewPr varScale="1">
        <p:scale>
          <a:sx n="155" d="100"/>
          <a:sy n="155" d="100"/>
        </p:scale>
        <p:origin x="42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21" Type="http://schemas.openxmlformats.org/officeDocument/2006/relationships/slide" Target="slides/slide19.xml"/><Relationship Id="rId34" Type="http://schemas.openxmlformats.org/officeDocument/2006/relationships/font" Target="fonts/font11.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fba84e7aa6_3_9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3" name="Google Shape;143;g3fba84e7aa6_3_9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200" b="0" i="0" u="none" strike="noStrike" cap="none">
                <a:solidFill>
                  <a:schemeClr val="dk1"/>
                </a:solidFill>
                <a:latin typeface="Arial"/>
                <a:ea typeface="Arial"/>
                <a:cs typeface="Arial"/>
                <a:sym typeface="Arial"/>
              </a:rPr>
              <a:t>Please update this for your title slide</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44" name="Google Shape;144;g3fba84e7aa6_3_9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fba84e7aa6_3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400"/>
              </a:spcBef>
              <a:spcAft>
                <a:spcPts val="0"/>
              </a:spcAft>
              <a:buClr>
                <a:schemeClr val="dk1"/>
              </a:buClr>
              <a:buSzPts val="1100"/>
              <a:buFont typeface="Arial"/>
              <a:buNone/>
            </a:pPr>
            <a:r>
              <a:rPr lang="en" sz="1000">
                <a:solidFill>
                  <a:schemeClr val="dk1"/>
                </a:solidFill>
              </a:rPr>
              <a:t>Other notes:</a:t>
            </a:r>
            <a:endParaRPr sz="1000">
              <a:solidFill>
                <a:schemeClr val="dk1"/>
              </a:solidFill>
            </a:endParaRPr>
          </a:p>
          <a:p>
            <a:pPr marL="0" lvl="0" indent="0" algn="l" rtl="0">
              <a:lnSpc>
                <a:spcPct val="150000"/>
              </a:lnSpc>
              <a:spcBef>
                <a:spcPts val="500"/>
              </a:spcBef>
              <a:spcAft>
                <a:spcPts val="0"/>
              </a:spcAft>
              <a:buClr>
                <a:schemeClr val="dk1"/>
              </a:buClr>
              <a:buSzPts val="1100"/>
              <a:buFont typeface="Arial"/>
              <a:buNone/>
            </a:pPr>
            <a:r>
              <a:rPr lang="en" sz="1000">
                <a:solidFill>
                  <a:schemeClr val="dk1"/>
                </a:solidFill>
              </a:rPr>
              <a:t>•</a:t>
            </a:r>
            <a:r>
              <a:rPr lang="en" sz="1000">
                <a:solidFill>
                  <a:srgbClr val="2B2B2B"/>
                </a:solidFill>
                <a:latin typeface="Trebuchet MS"/>
                <a:ea typeface="Trebuchet MS"/>
                <a:cs typeface="Trebuchet MS"/>
                <a:sym typeface="Trebuchet MS"/>
              </a:rPr>
              <a:t>Oral biofilms are multispecies communities where metabolic “cross-feeding” between species can enable pathogen colonization; </a:t>
            </a:r>
            <a:r>
              <a:rPr lang="en" sz="1000" b="1">
                <a:solidFill>
                  <a:srgbClr val="2B2B2B"/>
                </a:solidFill>
                <a:latin typeface="Trebuchet MS"/>
                <a:ea typeface="Trebuchet MS"/>
                <a:cs typeface="Trebuchet MS"/>
                <a:sym typeface="Trebuchet MS"/>
              </a:rPr>
              <a:t>Fusobacterium nucleatum (Fn)</a:t>
            </a:r>
            <a:r>
              <a:rPr lang="en" sz="1000">
                <a:solidFill>
                  <a:srgbClr val="2B2B2B"/>
                </a:solidFill>
                <a:latin typeface="Trebuchet MS"/>
                <a:ea typeface="Trebuchet MS"/>
                <a:cs typeface="Trebuchet MS"/>
                <a:sym typeface="Trebuchet MS"/>
              </a:rPr>
              <a:t> is proposed as a metabolic bridge linking early colonizers to later pathogens.</a:t>
            </a:r>
            <a:endParaRPr sz="1000">
              <a:solidFill>
                <a:srgbClr val="2B2B2B"/>
              </a:solidFill>
              <a:latin typeface="Trebuchet MS"/>
              <a:ea typeface="Trebuchet MS"/>
              <a:cs typeface="Trebuchet MS"/>
              <a:sym typeface="Trebuchet MS"/>
            </a:endParaRPr>
          </a:p>
          <a:p>
            <a:pPr marL="0" lvl="0" indent="0" algn="l" rtl="0">
              <a:lnSpc>
                <a:spcPct val="150000"/>
              </a:lnSpc>
              <a:spcBef>
                <a:spcPts val="500"/>
              </a:spcBef>
              <a:spcAft>
                <a:spcPts val="0"/>
              </a:spcAft>
              <a:buClr>
                <a:schemeClr val="dk1"/>
              </a:buClr>
              <a:buSzPts val="1100"/>
              <a:buFont typeface="Arial"/>
              <a:buNone/>
            </a:pPr>
            <a:endParaRPr sz="2000">
              <a:solidFill>
                <a:srgbClr val="2B2B2B"/>
              </a:solidFill>
              <a:latin typeface="Trebuchet MS"/>
              <a:ea typeface="Trebuchet MS"/>
              <a:cs typeface="Trebuchet MS"/>
              <a:sym typeface="Trebuchet MS"/>
            </a:endParaRPr>
          </a:p>
          <a:p>
            <a:pPr marL="0" lvl="0" indent="0" algn="l" rtl="0">
              <a:spcBef>
                <a:spcPts val="500"/>
              </a:spcBef>
              <a:spcAft>
                <a:spcPts val="0"/>
              </a:spcAft>
              <a:buNone/>
            </a:pPr>
            <a:endParaRPr/>
          </a:p>
        </p:txBody>
      </p:sp>
      <p:sp>
        <p:nvSpPr>
          <p:cNvPr id="161" name="Google Shape;161;g3fba84e7aa6_3_10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fba84e7aa6_4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1800" strike="sngStrike">
              <a:solidFill>
                <a:srgbClr val="2B2B2B"/>
              </a:solidFill>
              <a:latin typeface="Trebuchet MS"/>
              <a:ea typeface="Trebuchet MS"/>
              <a:cs typeface="Trebuchet MS"/>
              <a:sym typeface="Trebuchet MS"/>
            </a:endParaRPr>
          </a:p>
          <a:p>
            <a:pPr marL="0" lvl="0" indent="0" algn="l" rtl="0">
              <a:spcBef>
                <a:spcPts val="0"/>
              </a:spcBef>
              <a:spcAft>
                <a:spcPts val="0"/>
              </a:spcAft>
              <a:buClr>
                <a:schemeClr val="dk1"/>
              </a:buClr>
              <a:buFont typeface="Arial"/>
              <a:buNone/>
            </a:pPr>
            <a:endParaRPr sz="1800">
              <a:solidFill>
                <a:srgbClr val="2B2B2B"/>
              </a:solidFill>
              <a:latin typeface="Trebuchet MS"/>
              <a:ea typeface="Trebuchet MS"/>
              <a:cs typeface="Trebuchet MS"/>
              <a:sym typeface="Trebuchet MS"/>
            </a:endParaRPr>
          </a:p>
          <a:p>
            <a:pPr marL="0" lvl="0" indent="0" algn="l" rtl="0">
              <a:spcBef>
                <a:spcPts val="0"/>
              </a:spcBef>
              <a:spcAft>
                <a:spcPts val="0"/>
              </a:spcAft>
              <a:buNone/>
            </a:pPr>
            <a:endParaRPr/>
          </a:p>
        </p:txBody>
      </p:sp>
      <p:sp>
        <p:nvSpPr>
          <p:cNvPr id="175" name="Google Shape;175;g3fba84e7aa6_4_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fba84e7aa6_3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rgbClr val="2B2B2B"/>
              </a:solidFill>
              <a:latin typeface="Trebuchet MS"/>
              <a:ea typeface="Trebuchet MS"/>
              <a:cs typeface="Trebuchet MS"/>
              <a:sym typeface="Trebuchet MS"/>
            </a:endParaRPr>
          </a:p>
          <a:p>
            <a:pPr marL="0" lvl="0" indent="0" algn="l" rtl="0">
              <a:spcBef>
                <a:spcPts val="0"/>
              </a:spcBef>
              <a:spcAft>
                <a:spcPts val="0"/>
              </a:spcAft>
              <a:buNone/>
            </a:pPr>
            <a:endParaRPr sz="1800">
              <a:solidFill>
                <a:srgbClr val="2B2B2B"/>
              </a:solidFill>
              <a:latin typeface="Trebuchet MS"/>
              <a:ea typeface="Trebuchet MS"/>
              <a:cs typeface="Trebuchet MS"/>
              <a:sym typeface="Trebuchet MS"/>
            </a:endParaRPr>
          </a:p>
          <a:p>
            <a:pPr marL="0" lvl="0" indent="0" algn="l" rtl="0">
              <a:spcBef>
                <a:spcPts val="0"/>
              </a:spcBef>
              <a:spcAft>
                <a:spcPts val="0"/>
              </a:spcAft>
              <a:buNone/>
            </a:pPr>
            <a:endParaRPr/>
          </a:p>
        </p:txBody>
      </p:sp>
      <p:sp>
        <p:nvSpPr>
          <p:cNvPr id="186" name="Google Shape;186;g3fba84e7aa6_3_1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fba84e7aa6_4_1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fba84e7aa6_4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the paper we are basing our analysis 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fba84e7aa6_3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2B2B2B"/>
                </a:solidFill>
                <a:latin typeface="Trebuchet MS"/>
                <a:ea typeface="Trebuchet MS"/>
                <a:cs typeface="Trebuchet MS"/>
                <a:sym typeface="Trebuchet MS"/>
              </a:rPr>
              <a:t> </a:t>
            </a:r>
            <a:r>
              <a:rPr lang="en">
                <a:solidFill>
                  <a:srgbClr val="2B2B2B"/>
                </a:solidFill>
                <a:latin typeface="Trebuchet MS"/>
                <a:ea typeface="Trebuchet MS"/>
                <a:cs typeface="Trebuchet MS"/>
                <a:sym typeface="Trebuchet MS"/>
              </a:rPr>
              <a:t>Parsed the single-sheet workbook </a:t>
            </a:r>
            <a:br>
              <a:rPr lang="en">
                <a:solidFill>
                  <a:srgbClr val="2B2B2B"/>
                </a:solidFill>
                <a:latin typeface="Trebuchet MS"/>
                <a:ea typeface="Trebuchet MS"/>
                <a:cs typeface="Trebuchet MS"/>
                <a:sym typeface="Trebuchet MS"/>
              </a:rPr>
            </a:br>
            <a:r>
              <a:rPr lang="en">
                <a:solidFill>
                  <a:srgbClr val="2B2B2B"/>
                </a:solidFill>
                <a:latin typeface="Trebuchet MS"/>
                <a:ea typeface="Trebuchet MS"/>
                <a:cs typeface="Trebuchet MS"/>
                <a:sym typeface="Trebuchet MS"/>
              </a:rPr>
              <a:t>(116 rows × 17 columns): 5 identifier columns (Metabolite,KEGG_ID, HMDB_ID, m/z, RT) plus 12 sample columns (4 conditions × 3 replicates). Reshaped to tidy long format, deriving Group (culture condition) and Replicate from each sample name by regex.</a:t>
            </a:r>
            <a:endParaRPr>
              <a:solidFill>
                <a:srgbClr val="2B2B2B"/>
              </a:solidFill>
              <a:latin typeface="Trebuchet MS"/>
              <a:ea typeface="Trebuchet MS"/>
              <a:cs typeface="Trebuchet MS"/>
              <a:sym typeface="Trebuchet MS"/>
            </a:endParaRPr>
          </a:p>
          <a:p>
            <a:pPr marL="0" lvl="0" indent="0" algn="l" rtl="0">
              <a:spcBef>
                <a:spcPts val="0"/>
              </a:spcBef>
              <a:spcAft>
                <a:spcPts val="0"/>
              </a:spcAft>
              <a:buClr>
                <a:schemeClr val="dk1"/>
              </a:buClr>
              <a:buSzPts val="1100"/>
              <a:buFont typeface="Arial"/>
              <a:buNone/>
            </a:pPr>
            <a:r>
              <a:rPr lang="en">
                <a:solidFill>
                  <a:srgbClr val="2B2B2B"/>
                </a:solidFill>
                <a:latin typeface="Trebuchet MS"/>
                <a:ea typeface="Trebuchet MS"/>
                <a:cs typeface="Trebuchet MS"/>
                <a:sym typeface="Trebuchet MS"/>
              </a:rPr>
              <a:t>• Removed 7 metabolites flagged in the source spreadsheet (via cell shading) as sterile-medium</a:t>
            </a:r>
            <a:endParaRPr>
              <a:solidFill>
                <a:srgbClr val="2B2B2B"/>
              </a:solidFill>
              <a:latin typeface="Trebuchet MS"/>
              <a:ea typeface="Trebuchet MS"/>
              <a:cs typeface="Trebuchet MS"/>
              <a:sym typeface="Trebuchet MS"/>
            </a:endParaRPr>
          </a:p>
          <a:p>
            <a:pPr marL="0" lvl="0" indent="0" algn="l" rtl="0">
              <a:spcBef>
                <a:spcPts val="0"/>
              </a:spcBef>
              <a:spcAft>
                <a:spcPts val="0"/>
              </a:spcAft>
              <a:buClr>
                <a:schemeClr val="dk1"/>
              </a:buClr>
              <a:buSzPts val="1100"/>
              <a:buFont typeface="Arial"/>
              <a:buNone/>
            </a:pPr>
            <a:r>
              <a:rPr lang="en">
                <a:solidFill>
                  <a:srgbClr val="2B2B2B"/>
                </a:solidFill>
                <a:latin typeface="Trebuchet MS"/>
                <a:ea typeface="Trebuchet MS"/>
                <a:cs typeface="Trebuchet MS"/>
                <a:sym typeface="Trebuchet MS"/>
              </a:rPr>
              <a:t>background rather than bacterial output, leaving 104 of 111 metabolites for analysis.</a:t>
            </a:r>
            <a:endParaRPr>
              <a:solidFill>
                <a:srgbClr val="2B2B2B"/>
              </a:solidFill>
              <a:latin typeface="Trebuchet MS"/>
              <a:ea typeface="Trebuchet MS"/>
              <a:cs typeface="Trebuchet MS"/>
              <a:sym typeface="Trebuchet MS"/>
            </a:endParaRPr>
          </a:p>
          <a:p>
            <a:pPr marL="0" lvl="0" indent="0" algn="l" rtl="0">
              <a:spcBef>
                <a:spcPts val="0"/>
              </a:spcBef>
              <a:spcAft>
                <a:spcPts val="0"/>
              </a:spcAft>
              <a:buClr>
                <a:schemeClr val="dk1"/>
              </a:buClr>
              <a:buSzPts val="1100"/>
              <a:buFont typeface="Arial"/>
              <a:buNone/>
            </a:pPr>
            <a:r>
              <a:rPr lang="en">
                <a:solidFill>
                  <a:srgbClr val="2B2B2B"/>
                </a:solidFill>
                <a:latin typeface="Trebuchet MS"/>
                <a:ea typeface="Trebuchet MS"/>
                <a:cs typeface="Trebuchet MS"/>
                <a:sym typeface="Trebuchet MS"/>
              </a:rPr>
              <a:t>• Used a half-minimum pseudocount for all log2 transforms (PCA, heatmap, fold-change) —</a:t>
            </a:r>
            <a:endParaRPr>
              <a:solidFill>
                <a:srgbClr val="2B2B2B"/>
              </a:solidFill>
              <a:latin typeface="Trebuchet MS"/>
              <a:ea typeface="Trebuchet MS"/>
              <a:cs typeface="Trebuchet MS"/>
              <a:sym typeface="Trebuchet MS"/>
            </a:endParaRPr>
          </a:p>
          <a:p>
            <a:pPr marL="0" lvl="0" indent="0" algn="l" rtl="0">
              <a:spcBef>
                <a:spcPts val="0"/>
              </a:spcBef>
              <a:spcAft>
                <a:spcPts val="0"/>
              </a:spcAft>
              <a:buClr>
                <a:schemeClr val="dk1"/>
              </a:buClr>
              <a:buSzPts val="1100"/>
              <a:buFont typeface="Arial"/>
              <a:buNone/>
            </a:pPr>
            <a:r>
              <a:rPr lang="en">
                <a:solidFill>
                  <a:srgbClr val="2B2B2B"/>
                </a:solidFill>
                <a:latin typeface="Trebuchet MS"/>
                <a:ea typeface="Trebuchet MS"/>
                <a:cs typeface="Trebuchet MS"/>
                <a:sym typeface="Trebuchet MS"/>
              </a:rPr>
              <a:t>appropriate here because non-detects in this dataset are true zeros, not left-censored values</a:t>
            </a:r>
            <a:endParaRPr sz="2400">
              <a:solidFill>
                <a:srgbClr val="2B2B2B"/>
              </a:solidFill>
              <a:latin typeface="Trebuchet MS"/>
              <a:ea typeface="Trebuchet MS"/>
              <a:cs typeface="Trebuchet MS"/>
              <a:sym typeface="Trebuchet MS"/>
            </a:endParaRPr>
          </a:p>
          <a:p>
            <a:pPr marL="0" lvl="0" indent="0" algn="l" rtl="0">
              <a:spcBef>
                <a:spcPts val="0"/>
              </a:spcBef>
              <a:spcAft>
                <a:spcPts val="0"/>
              </a:spcAft>
              <a:buNone/>
            </a:pPr>
            <a:endParaRPr/>
          </a:p>
        </p:txBody>
      </p:sp>
      <p:sp>
        <p:nvSpPr>
          <p:cNvPr id="202" name="Google Shape;202;g3fba84e7aa6_3_1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fba84e7aa6_3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g3fba84e7aa6_3_1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fba84e7aa6_3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g3fba84e7aa6_3_14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fba84e7aa6_3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 sz="1800">
                <a:solidFill>
                  <a:srgbClr val="2B2B2B"/>
                </a:solidFill>
                <a:latin typeface="Trebuchet MS"/>
                <a:ea typeface="Trebuchet MS"/>
                <a:cs typeface="Trebuchet MS"/>
                <a:sym typeface="Trebuchet MS"/>
              </a:rPr>
              <a:t>What types of analyses were you able to perform? Why did you choose these analyses? What analyses were you expecting to do?</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The Kruskal-Wallis test is </a:t>
            </a:r>
            <a:r>
              <a:rPr lang="en" sz="1200">
                <a:solidFill>
                  <a:schemeClr val="dk1"/>
                </a:solidFill>
                <a:latin typeface="Roboto"/>
                <a:ea typeface="Roboto"/>
                <a:cs typeface="Roboto"/>
                <a:sym typeface="Roboto"/>
              </a:rPr>
              <a:t>a non-parametric statistical test used to determine if there are statistically significant differences between three or more independent groups on a continuous or ordinal dependent variable</a:t>
            </a:r>
            <a:r>
              <a:rPr lang="en">
                <a:solidFill>
                  <a:schemeClr val="dk1"/>
                </a:solidFill>
              </a:rPr>
              <a:t>.</a:t>
            </a:r>
            <a:endParaRPr>
              <a:solidFill>
                <a:schemeClr val="dk1"/>
              </a:solidFill>
            </a:endParaRPr>
          </a:p>
          <a:p>
            <a:pPr marL="0" lvl="0" indent="0" algn="l" rtl="0">
              <a:spcBef>
                <a:spcPts val="0"/>
              </a:spcBef>
              <a:spcAft>
                <a:spcPts val="0"/>
              </a:spcAft>
              <a:buNone/>
            </a:pPr>
            <a:endParaRPr>
              <a:solidFill>
                <a:schemeClr val="dk1"/>
              </a:solidFill>
            </a:endParaRPr>
          </a:p>
        </p:txBody>
      </p:sp>
      <p:sp>
        <p:nvSpPr>
          <p:cNvPr id="234" name="Google Shape;234;g3fba84e7aa6_3_15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40a059b9c05_1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40a059b9c05_1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These were the results of our analysis.</a:t>
            </a:r>
            <a:endParaRPr/>
          </a:p>
          <a:p>
            <a:pPr marL="0" lvl="0" indent="0" algn="l" rtl="0">
              <a:spcBef>
                <a:spcPts val="0"/>
              </a:spcBef>
              <a:spcAft>
                <a:spcPts val="0"/>
              </a:spcAft>
              <a:buNone/>
            </a:pPr>
            <a:r>
              <a:rPr lang="en"/>
              <a:t>This figure shows the number of metabolites detected in each monoculture or co-culture, with a total of 104 unique metabolites identified in our study.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fba84e7aa6_4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fba84e7aa6_4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PCA plot showed by the plot on the left illustrates 4 distinct groups - showing Fn monoculture, Fn-SG co-culture, Fn-VP co-culture and Fn-SGVP co-culture.</a:t>
            </a:r>
            <a:endParaRPr/>
          </a:p>
          <a:p>
            <a:pPr marL="0" lvl="0" indent="0" algn="l" rtl="0">
              <a:spcBef>
                <a:spcPts val="0"/>
              </a:spcBef>
              <a:spcAft>
                <a:spcPts val="0"/>
              </a:spcAft>
              <a:buNone/>
            </a:pPr>
            <a:r>
              <a:rPr lang="en"/>
              <a:t>When plotting PC2 vs PC1 loadings to look for metabolites accounting for the key principal components, the figure on the right showed the metabolites associated with the different culture groups in each quadrant of our PCA plot.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40a059b9c05_1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40a059b9c05_1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did a log2fold change analysis to look for metabolites showing significant changes in F nucleatum with S gondii vs F nucleatum alone.</a:t>
            </a:r>
            <a:endParaRPr/>
          </a:p>
          <a:p>
            <a:pPr marL="0" lvl="0" indent="0" algn="l" rtl="0">
              <a:spcBef>
                <a:spcPts val="0"/>
              </a:spcBef>
              <a:spcAft>
                <a:spcPts val="0"/>
              </a:spcAft>
              <a:buNone/>
            </a:pPr>
            <a:r>
              <a:rPr lang="en"/>
              <a:t>The metabolites that were upregulated are in orange and those that are downregulated are in blue.</a:t>
            </a:r>
            <a:endParaRPr/>
          </a:p>
          <a:p>
            <a:pPr marL="0" lvl="0" indent="0" algn="l" rtl="0">
              <a:spcBef>
                <a:spcPts val="0"/>
              </a:spcBef>
              <a:spcAft>
                <a:spcPts val="0"/>
              </a:spcAft>
              <a:buNone/>
            </a:pPr>
            <a:r>
              <a:rPr lang="en"/>
              <a:t>Results are similar to paper, but we did not filter for fewer metabolites.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fba84e7aa6_4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3fba84e7aa6_4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Results are similar to paper, but we did not filter for fewer metabolites.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fba84e7aa6_4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3fba84e7aa6_4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This figure shows the log2fold change analysis to look for metabolites showing significant changes in F nucleatum with V parvula vs F nucleatum alone.</a:t>
            </a:r>
            <a:endParaRPr>
              <a:solidFill>
                <a:schemeClr val="dk1"/>
              </a:solidFill>
            </a:endParaRPr>
          </a:p>
          <a:p>
            <a:pPr marL="0" lvl="0" indent="0" algn="l" rtl="0">
              <a:spcBef>
                <a:spcPts val="0"/>
              </a:spcBef>
              <a:spcAft>
                <a:spcPts val="0"/>
              </a:spcAft>
              <a:buNone/>
            </a:pPr>
            <a:r>
              <a:rPr lang="en">
                <a:solidFill>
                  <a:schemeClr val="dk1"/>
                </a:solidFill>
              </a:rPr>
              <a:t>The metabolites that were upregulated are in orange.</a:t>
            </a:r>
            <a:endParaRPr>
              <a:solidFill>
                <a:schemeClr val="dk1"/>
              </a:solidFill>
            </a:endParaRPr>
          </a:p>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fba84e7aa6_4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fba84e7aa6_4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Results are similar to paper, but we did not filter for fewer metabolites.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40a059b9c05_1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40a059b9c05_1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the paper they were testing hypotheses of some metabolites are related to certain pathway changes in co-cultures.</a:t>
            </a:r>
            <a:endParaRPr/>
          </a:p>
          <a:p>
            <a:pPr marL="0" lvl="0" indent="0" algn="l" rtl="0">
              <a:spcBef>
                <a:spcPts val="0"/>
              </a:spcBef>
              <a:spcAft>
                <a:spcPts val="0"/>
              </a:spcAft>
              <a:buNone/>
            </a:pPr>
            <a:r>
              <a:rPr lang="en"/>
              <a:t>The authors tested the hypothesis that </a:t>
            </a:r>
            <a:r>
              <a:rPr lang="en">
                <a:solidFill>
                  <a:schemeClr val="dk1"/>
                </a:solidFill>
              </a:rPr>
              <a:t>If *S. gordonii* releases ornithine that Fn converts to putrescine, **Ornithine and Putrescine (and downstream N-Acetylputrescine) should be elevated specifically when Sg is present, not when VP is present. This is seen in this figure where ornithine, putrescine and n-acetyleputrescine are significantly higher in Fn-SG co-cultures compared to Fn.</a:t>
            </a:r>
            <a:endParaRPr/>
          </a:p>
          <a:p>
            <a:pPr marL="0" lvl="0" indent="0" algn="l" rtl="0">
              <a:spcBef>
                <a:spcPts val="0"/>
              </a:spcBef>
              <a:spcAft>
                <a:spcPts val="0"/>
              </a:spcAft>
              <a:buNone/>
            </a:pPr>
            <a:endParaRPr/>
          </a:p>
          <a:p>
            <a:pPr marL="0" lvl="0" indent="0" algn="l" rtl="0">
              <a:spcBef>
                <a:spcPts val="0"/>
              </a:spcBef>
              <a:spcAft>
                <a:spcPts val="0"/>
              </a:spcAft>
              <a:buNone/>
            </a:pPr>
            <a:r>
              <a:rPr lang="en"/>
              <a:t>=======================</a:t>
            </a:r>
            <a:endParaRPr/>
          </a:p>
          <a:p>
            <a:pPr marL="0" lvl="0" indent="0" algn="l" rtl="0">
              <a:spcBef>
                <a:spcPts val="0"/>
              </a:spcBef>
              <a:spcAft>
                <a:spcPts val="0"/>
              </a:spcAft>
              <a:buNone/>
            </a:pPr>
            <a:endParaRPr/>
          </a:p>
          <a:p>
            <a:pPr marL="0" lvl="0" indent="0" algn="l" rtl="0">
              <a:spcBef>
                <a:spcPts val="0"/>
              </a:spcBef>
              <a:spcAft>
                <a:spcPts val="0"/>
              </a:spcAft>
              <a:buNone/>
            </a:pPr>
            <a:r>
              <a:rPr lang="en"/>
              <a:t>This is the direct test of the hypothesis. If *S. gordonii* releases ornithine that Fn converts to putrescine, **Ornithine and Putrescine (and downstream N-Acetylputrescine) should be elevated specifically when Sg is present** (Fn-Sg and Fn-SgVp), not when only Vp is present. Symmetrically, **Lysine and Cadaverine should be elevated specifically when Vp is present** (Fn-Vp and Fn-SgVp).</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fba84e7aa6_4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fba84e7aa6_4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When comparing metabolites in the Fn-Vp co-culture vs Fn alone, the authors expected Lysine and Cadaverine to be elevated specifically when Vp is present, seen in our figure.</a:t>
            </a:r>
            <a:endParaRPr/>
          </a:p>
          <a:p>
            <a:pPr marL="0" lvl="0" indent="0" algn="l" rtl="0">
              <a:spcBef>
                <a:spcPts val="0"/>
              </a:spcBef>
              <a:spcAft>
                <a:spcPts val="0"/>
              </a:spcAft>
              <a:buNone/>
            </a:pPr>
            <a:r>
              <a:rPr lang="en">
                <a:solidFill>
                  <a:schemeClr val="dk1"/>
                </a:solidFill>
              </a:rPr>
              <a:t>They also expected Ornithine and Putrescine (and downstream N-Acetylputrescine) to not be different from Fn alone, which is seen in our figure.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 denotes statistical significance.</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fba84e7aa6_3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2B2B2B"/>
                </a:solidFill>
                <a:latin typeface="Trebuchet MS"/>
                <a:ea typeface="Trebuchet MS"/>
                <a:cs typeface="Trebuchet MS"/>
                <a:sym typeface="Trebuchet MS"/>
              </a:rPr>
              <a:t>Limitations of our analysis included:</a:t>
            </a:r>
            <a:endParaRPr sz="1200">
              <a:solidFill>
                <a:srgbClr val="2B2B2B"/>
              </a:solidFill>
              <a:latin typeface="Trebuchet MS"/>
              <a:ea typeface="Trebuchet MS"/>
              <a:cs typeface="Trebuchet MS"/>
              <a:sym typeface="Trebuchet MS"/>
            </a:endParaRPr>
          </a:p>
          <a:p>
            <a:pPr marL="457200" lvl="0" indent="-304800" algn="l" rtl="0">
              <a:spcBef>
                <a:spcPts val="0"/>
              </a:spcBef>
              <a:spcAft>
                <a:spcPts val="0"/>
              </a:spcAft>
              <a:buClr>
                <a:srgbClr val="2B2B2B"/>
              </a:buClr>
              <a:buSzPts val="1200"/>
              <a:buFont typeface="Trebuchet MS"/>
              <a:buChar char="-"/>
            </a:pPr>
            <a:r>
              <a:rPr lang="en" sz="1200">
                <a:solidFill>
                  <a:srgbClr val="2B2B2B"/>
                </a:solidFill>
                <a:latin typeface="Trebuchet MS"/>
                <a:ea typeface="Trebuchet MS"/>
                <a:cs typeface="Trebuchet MS"/>
                <a:sym typeface="Trebuchet MS"/>
              </a:rPr>
              <a:t>Small sample size of 3 replicates per culture, requiring non-parametric statistical handling of results.</a:t>
            </a:r>
            <a:endParaRPr sz="1200">
              <a:solidFill>
                <a:srgbClr val="2B2B2B"/>
              </a:solidFill>
              <a:latin typeface="Trebuchet MS"/>
              <a:ea typeface="Trebuchet MS"/>
              <a:cs typeface="Trebuchet MS"/>
              <a:sym typeface="Trebuchet MS"/>
            </a:endParaRPr>
          </a:p>
          <a:p>
            <a:pPr marL="0" lvl="0" indent="0" algn="l" rtl="0">
              <a:spcBef>
                <a:spcPts val="0"/>
              </a:spcBef>
              <a:spcAft>
                <a:spcPts val="0"/>
              </a:spcAft>
              <a:buNone/>
            </a:pPr>
            <a:r>
              <a:rPr lang="en" sz="1200">
                <a:solidFill>
                  <a:srgbClr val="2B2B2B"/>
                </a:solidFill>
                <a:latin typeface="Trebuchet MS"/>
                <a:ea typeface="Trebuchet MS"/>
                <a:cs typeface="Trebuchet MS"/>
                <a:sym typeface="Trebuchet MS"/>
              </a:rPr>
              <a:t>Our study also used a transwell model, which measures only diffusible, contact-independent metabolites; which does not capture cell-contact interactions or full multispecicies biofilm dynamics.</a:t>
            </a:r>
            <a:endParaRPr sz="1200">
              <a:solidFill>
                <a:srgbClr val="2B2B2B"/>
              </a:solidFill>
              <a:latin typeface="Trebuchet MS"/>
              <a:ea typeface="Trebuchet MS"/>
              <a:cs typeface="Trebuchet MS"/>
              <a:sym typeface="Trebuchet MS"/>
            </a:endParaRPr>
          </a:p>
          <a:p>
            <a:pPr marL="0" lvl="0" indent="0" algn="l" rtl="0">
              <a:spcBef>
                <a:spcPts val="0"/>
              </a:spcBef>
              <a:spcAft>
                <a:spcPts val="0"/>
              </a:spcAft>
              <a:buNone/>
            </a:pPr>
            <a:r>
              <a:rPr lang="en" sz="1200">
                <a:solidFill>
                  <a:srgbClr val="2B2B2B"/>
                </a:solidFill>
                <a:latin typeface="Trebuchet MS"/>
                <a:ea typeface="Trebuchet MS"/>
                <a:cs typeface="Trebuchet MS"/>
                <a:sym typeface="Trebuchet MS"/>
              </a:rPr>
              <a:t>Our analysis only focuses on extracellular metabolites due to limited time. We did not explore the intracellular metabolite dataset for this same cohort.</a:t>
            </a:r>
            <a:endParaRPr sz="1200">
              <a:solidFill>
                <a:srgbClr val="2B2B2B"/>
              </a:solidFill>
              <a:latin typeface="Trebuchet MS"/>
              <a:ea typeface="Trebuchet MS"/>
              <a:cs typeface="Trebuchet MS"/>
              <a:sym typeface="Trebuchet MS"/>
            </a:endParaRPr>
          </a:p>
        </p:txBody>
      </p:sp>
      <p:sp>
        <p:nvSpPr>
          <p:cNvPr id="323" name="Google Shape;323;g3fba84e7aa6_3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fba84e7aa6_3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 we had more time we would like to download more data from other studies to reproduce the data.</a:t>
            </a:r>
            <a:endParaRPr/>
          </a:p>
          <a:p>
            <a:pPr marL="0" lvl="0" indent="0" algn="l" rtl="0">
              <a:spcBef>
                <a:spcPts val="0"/>
              </a:spcBef>
              <a:spcAft>
                <a:spcPts val="0"/>
              </a:spcAft>
              <a:buNone/>
            </a:pPr>
            <a:endParaRPr/>
          </a:p>
          <a:p>
            <a:pPr marL="0" lvl="0" indent="0" algn="l" rtl="0">
              <a:spcBef>
                <a:spcPts val="0"/>
              </a:spcBef>
              <a:spcAft>
                <a:spcPts val="0"/>
              </a:spcAft>
              <a:buNone/>
            </a:pPr>
            <a:r>
              <a:rPr lang="en"/>
              <a:t>Our analysis supports the study of fusobacterium with co-cultures in in-vivo models.</a:t>
            </a:r>
            <a:endParaRPr/>
          </a:p>
        </p:txBody>
      </p:sp>
      <p:sp>
        <p:nvSpPr>
          <p:cNvPr id="335" name="Google Shape;335;g3fba84e7aa6_3_18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fba84e7aa6_4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fba84e7aa6_4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With that we thank you for your kind attention; and are happy to take any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1_Blank">
  <p:cSld name="1_Blank">
    <p:spTree>
      <p:nvGrpSpPr>
        <p:cNvPr id="1" name="Shape 61"/>
        <p:cNvGrpSpPr/>
        <p:nvPr/>
      </p:nvGrpSpPr>
      <p:grpSpPr>
        <a:xfrm>
          <a:off x="0" y="0"/>
          <a:ext cx="0" cy="0"/>
          <a:chOff x="0" y="0"/>
          <a:chExt cx="0" cy="0"/>
        </a:xfrm>
      </p:grpSpPr>
      <p:sp>
        <p:nvSpPr>
          <p:cNvPr id="62" name="Google Shape;62;p14"/>
          <p:cNvSpPr txBox="1">
            <a:spLocks noGrp="1"/>
          </p:cNvSpPr>
          <p:nvPr>
            <p:ph type="sldNum" idx="12"/>
          </p:nvPr>
        </p:nvSpPr>
        <p:spPr>
          <a:xfrm>
            <a:off x="7132314" y="4775262"/>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1100">
                <a:solidFill>
                  <a:srgbClr val="8B8B8B"/>
                </a:solidFill>
                <a:latin typeface="Trebuchet MS"/>
                <a:ea typeface="Trebuchet MS"/>
                <a:cs typeface="Trebuchet MS"/>
                <a:sym typeface="Trebuchet MS"/>
              </a:defRPr>
            </a:lvl1pPr>
            <a:lvl2pPr marL="0" lvl="1" indent="0" algn="r">
              <a:spcBef>
                <a:spcPts val="0"/>
              </a:spcBef>
              <a:buNone/>
              <a:defRPr sz="1100">
                <a:solidFill>
                  <a:srgbClr val="8B8B8B"/>
                </a:solidFill>
                <a:latin typeface="Trebuchet MS"/>
                <a:ea typeface="Trebuchet MS"/>
                <a:cs typeface="Trebuchet MS"/>
                <a:sym typeface="Trebuchet MS"/>
              </a:defRPr>
            </a:lvl2pPr>
            <a:lvl3pPr marL="0" lvl="2" indent="0" algn="r">
              <a:spcBef>
                <a:spcPts val="0"/>
              </a:spcBef>
              <a:buNone/>
              <a:defRPr sz="1100">
                <a:solidFill>
                  <a:srgbClr val="8B8B8B"/>
                </a:solidFill>
                <a:latin typeface="Trebuchet MS"/>
                <a:ea typeface="Trebuchet MS"/>
                <a:cs typeface="Trebuchet MS"/>
                <a:sym typeface="Trebuchet MS"/>
              </a:defRPr>
            </a:lvl3pPr>
            <a:lvl4pPr marL="0" lvl="3" indent="0" algn="r">
              <a:spcBef>
                <a:spcPts val="0"/>
              </a:spcBef>
              <a:buNone/>
              <a:defRPr sz="1100">
                <a:solidFill>
                  <a:srgbClr val="8B8B8B"/>
                </a:solidFill>
                <a:latin typeface="Trebuchet MS"/>
                <a:ea typeface="Trebuchet MS"/>
                <a:cs typeface="Trebuchet MS"/>
                <a:sym typeface="Trebuchet MS"/>
              </a:defRPr>
            </a:lvl4pPr>
            <a:lvl5pPr marL="0" lvl="4" indent="0" algn="r">
              <a:spcBef>
                <a:spcPts val="0"/>
              </a:spcBef>
              <a:buNone/>
              <a:defRPr sz="1100">
                <a:solidFill>
                  <a:srgbClr val="8B8B8B"/>
                </a:solidFill>
                <a:latin typeface="Trebuchet MS"/>
                <a:ea typeface="Trebuchet MS"/>
                <a:cs typeface="Trebuchet MS"/>
                <a:sym typeface="Trebuchet MS"/>
              </a:defRPr>
            </a:lvl5pPr>
            <a:lvl6pPr marL="0" lvl="5" indent="0" algn="r">
              <a:spcBef>
                <a:spcPts val="0"/>
              </a:spcBef>
              <a:buNone/>
              <a:defRPr sz="1100">
                <a:solidFill>
                  <a:srgbClr val="8B8B8B"/>
                </a:solidFill>
                <a:latin typeface="Trebuchet MS"/>
                <a:ea typeface="Trebuchet MS"/>
                <a:cs typeface="Trebuchet MS"/>
                <a:sym typeface="Trebuchet MS"/>
              </a:defRPr>
            </a:lvl6pPr>
            <a:lvl7pPr marL="0" lvl="6" indent="0" algn="r">
              <a:spcBef>
                <a:spcPts val="0"/>
              </a:spcBef>
              <a:buNone/>
              <a:defRPr sz="1100">
                <a:solidFill>
                  <a:srgbClr val="8B8B8B"/>
                </a:solidFill>
                <a:latin typeface="Trebuchet MS"/>
                <a:ea typeface="Trebuchet MS"/>
                <a:cs typeface="Trebuchet MS"/>
                <a:sym typeface="Trebuchet MS"/>
              </a:defRPr>
            </a:lvl7pPr>
            <a:lvl8pPr marL="0" lvl="7" indent="0" algn="r">
              <a:spcBef>
                <a:spcPts val="0"/>
              </a:spcBef>
              <a:buNone/>
              <a:defRPr sz="1100">
                <a:solidFill>
                  <a:srgbClr val="8B8B8B"/>
                </a:solidFill>
                <a:latin typeface="Trebuchet MS"/>
                <a:ea typeface="Trebuchet MS"/>
                <a:cs typeface="Trebuchet MS"/>
                <a:sym typeface="Trebuchet MS"/>
              </a:defRPr>
            </a:lvl8pPr>
            <a:lvl9pPr marL="0" lvl="8" indent="0" algn="r">
              <a:spcBef>
                <a:spcPts val="0"/>
              </a:spcBef>
              <a:buNone/>
              <a:defRPr sz="1100">
                <a:solidFill>
                  <a:srgbClr val="8B8B8B"/>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
              <a:t>‹#›</a:t>
            </a:fld>
            <a:endParaRPr/>
          </a:p>
        </p:txBody>
      </p:sp>
      <p:pic>
        <p:nvPicPr>
          <p:cNvPr id="63" name="Google Shape;63;p14"/>
          <p:cNvPicPr preferRelativeResize="0"/>
          <p:nvPr/>
        </p:nvPicPr>
        <p:blipFill rotWithShape="1">
          <a:blip r:embed="rId2">
            <a:alphaModFix/>
          </a:blip>
          <a:srcRect/>
          <a:stretch/>
        </p:blipFill>
        <p:spPr>
          <a:xfrm>
            <a:off x="211898" y="4675500"/>
            <a:ext cx="480060" cy="461877"/>
          </a:xfrm>
          <a:prstGeom prst="rect">
            <a:avLst/>
          </a:prstGeom>
          <a:noFill/>
          <a:ln>
            <a:noFill/>
          </a:ln>
        </p:spPr>
      </p:pic>
      <p:sp>
        <p:nvSpPr>
          <p:cNvPr id="64" name="Google Shape;64;p14"/>
          <p:cNvSpPr txBox="1"/>
          <p:nvPr/>
        </p:nvSpPr>
        <p:spPr>
          <a:xfrm>
            <a:off x="699582" y="4831392"/>
            <a:ext cx="726948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1100">
                <a:solidFill>
                  <a:schemeClr val="accent1"/>
                </a:solidFill>
                <a:latin typeface="Trebuchet MS"/>
                <a:ea typeface="Trebuchet MS"/>
                <a:cs typeface="Trebuchet MS"/>
                <a:sym typeface="Trebuchet MS"/>
              </a:rPr>
              <a:t>CFDE SHORT COURSE: Human Microbiome Data Discovery 2026</a:t>
            </a:r>
            <a:endParaRPr sz="1100">
              <a:solidFill>
                <a:schemeClr val="accent1"/>
              </a:solidFill>
              <a:latin typeface="Trebuchet MS"/>
              <a:ea typeface="Trebuchet MS"/>
              <a:cs typeface="Trebuchet MS"/>
              <a:sym typeface="Trebuchet MS"/>
            </a:endParaRPr>
          </a:p>
        </p:txBody>
      </p:sp>
      <p:cxnSp>
        <p:nvCxnSpPr>
          <p:cNvPr id="65" name="Google Shape;65;p14"/>
          <p:cNvCxnSpPr/>
          <p:nvPr/>
        </p:nvCxnSpPr>
        <p:spPr>
          <a:xfrm>
            <a:off x="692286" y="4786884"/>
            <a:ext cx="8135729" cy="0"/>
          </a:xfrm>
          <a:prstGeom prst="straightConnector1">
            <a:avLst/>
          </a:prstGeom>
          <a:noFill/>
          <a:ln w="9525" cap="flat" cmpd="sng">
            <a:solidFill>
              <a:srgbClr val="D8D2C6"/>
            </a:solidFill>
            <a:prstDash val="solid"/>
            <a:round/>
            <a:headEnd type="none" w="sm" len="sm"/>
            <a:tailEnd type="none" w="sm" len="sm"/>
          </a:ln>
          <a:effectLst>
            <a:outerShdw blurRad="40000" dist="20000" dir="5400000" rotWithShape="0">
              <a:srgbClr val="000000">
                <a:alpha val="38039"/>
              </a:srgbClr>
            </a:outerShdw>
          </a:effectLst>
        </p:spPr>
      </p:cxnSp>
      <p:cxnSp>
        <p:nvCxnSpPr>
          <p:cNvPr id="66" name="Google Shape;66;p14"/>
          <p:cNvCxnSpPr/>
          <p:nvPr/>
        </p:nvCxnSpPr>
        <p:spPr>
          <a:xfrm>
            <a:off x="425196" y="891540"/>
            <a:ext cx="8293379" cy="0"/>
          </a:xfrm>
          <a:prstGeom prst="straightConnector1">
            <a:avLst/>
          </a:prstGeom>
          <a:noFill/>
          <a:ln w="9525" cap="flat" cmpd="sng">
            <a:solidFill>
              <a:srgbClr val="D8D2C6"/>
            </a:solidFill>
            <a:prstDash val="solid"/>
            <a:round/>
            <a:headEnd type="none" w="sm" len="sm"/>
            <a:tailEnd type="none" w="sm" len="sm"/>
          </a:ln>
          <a:effectLst>
            <a:outerShdw blurRad="40000" dist="20000" dir="5400000" rotWithShape="0">
              <a:srgbClr val="000000">
                <a:alpha val="38039"/>
              </a:srgbClr>
            </a:outerShdw>
          </a:effectLst>
        </p:spPr>
      </p:cxnSp>
      <p:cxnSp>
        <p:nvCxnSpPr>
          <p:cNvPr id="67" name="Google Shape;67;p14"/>
          <p:cNvCxnSpPr/>
          <p:nvPr/>
        </p:nvCxnSpPr>
        <p:spPr>
          <a:xfrm>
            <a:off x="425196" y="891540"/>
            <a:ext cx="589788" cy="0"/>
          </a:xfrm>
          <a:prstGeom prst="straightConnector1">
            <a:avLst/>
          </a:prstGeom>
          <a:noFill/>
          <a:ln w="28575" cap="flat" cmpd="sng">
            <a:solidFill>
              <a:srgbClr val="2C7A7B"/>
            </a:solidFill>
            <a:prstDash val="solid"/>
            <a:round/>
            <a:headEnd type="none" w="sm" len="sm"/>
            <a:tailEnd type="none" w="sm" len="sm"/>
          </a:ln>
          <a:effectLst>
            <a:outerShdw blurRad="40000" dist="20000" dir="5400000" rotWithShape="0">
              <a:srgbClr val="000000">
                <a:alpha val="38039"/>
              </a:srgbClr>
            </a:outerShdw>
          </a:effectLst>
        </p:spPr>
      </p:cxnSp>
      <p:sp>
        <p:nvSpPr>
          <p:cNvPr id="68" name="Google Shape;68;p14"/>
          <p:cNvSpPr txBox="1">
            <a:spLocks noGrp="1"/>
          </p:cNvSpPr>
          <p:nvPr>
            <p:ph type="title"/>
          </p:nvPr>
        </p:nvSpPr>
        <p:spPr>
          <a:xfrm>
            <a:off x="425196" y="262946"/>
            <a:ext cx="8293379" cy="534924"/>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100"/>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9" name="Google Shape;69;p14"/>
          <p:cNvSpPr txBox="1">
            <a:spLocks noGrp="1"/>
          </p:cNvSpPr>
          <p:nvPr>
            <p:ph type="body" idx="1"/>
          </p:nvPr>
        </p:nvSpPr>
        <p:spPr>
          <a:xfrm>
            <a:off x="452438" y="1035844"/>
            <a:ext cx="8266138" cy="3596878"/>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100"/>
              <a:buNone/>
              <a:defRPr sz="2100"/>
            </a:lvl1pPr>
            <a:lvl2pPr marL="914400" lvl="1" indent="-228600" algn="l">
              <a:spcBef>
                <a:spcPts val="0"/>
              </a:spcBef>
              <a:spcAft>
                <a:spcPts val="0"/>
              </a:spcAft>
              <a:buSzPts val="1100"/>
              <a:buNone/>
              <a:defRPr sz="1800"/>
            </a:lvl2pPr>
            <a:lvl3pPr marL="1371600" lvl="2" indent="-228600" algn="l">
              <a:spcBef>
                <a:spcPts val="0"/>
              </a:spcBef>
              <a:spcAft>
                <a:spcPts val="0"/>
              </a:spcAft>
              <a:buSzPts val="1100"/>
              <a:buNone/>
              <a:defRPr sz="1700"/>
            </a:lvl3pPr>
            <a:lvl4pPr marL="1828800" lvl="3" indent="-228600" algn="l">
              <a:spcBef>
                <a:spcPts val="0"/>
              </a:spcBef>
              <a:spcAft>
                <a:spcPts val="0"/>
              </a:spcAft>
              <a:buSzPts val="1100"/>
              <a:buNone/>
              <a:defRPr sz="1500"/>
            </a:lvl4pPr>
            <a:lvl5pPr marL="2286000" lvl="4" indent="-228600" algn="l">
              <a:spcBef>
                <a:spcPts val="0"/>
              </a:spcBef>
              <a:spcAft>
                <a:spcPts val="0"/>
              </a:spcAft>
              <a:buSzPts val="1100"/>
              <a:buNone/>
              <a:defRPr sz="1400"/>
            </a:lvl5pPr>
            <a:lvl6pPr marL="2743200" lvl="5" indent="-228600" algn="l">
              <a:spcBef>
                <a:spcPts val="0"/>
              </a:spcBef>
              <a:spcAft>
                <a:spcPts val="0"/>
              </a:spcAft>
              <a:buSzPts val="1100"/>
              <a:buNone/>
              <a:defRPr/>
            </a:lvl6pPr>
            <a:lvl7pPr marL="3200400" lvl="6" indent="-228600" algn="l">
              <a:spcBef>
                <a:spcPts val="0"/>
              </a:spcBef>
              <a:spcAft>
                <a:spcPts val="0"/>
              </a:spcAft>
              <a:buSzPts val="1100"/>
              <a:buNone/>
              <a:defRPr/>
            </a:lvl7pPr>
            <a:lvl8pPr marL="3657600" lvl="7" indent="-228600" algn="l">
              <a:spcBef>
                <a:spcPts val="0"/>
              </a:spcBef>
              <a:spcAft>
                <a:spcPts val="0"/>
              </a:spcAft>
              <a:buSzPts val="1100"/>
              <a:buNone/>
              <a:defRPr/>
            </a:lvl8pPr>
            <a:lvl9pPr marL="4114800" lvl="8" indent="-228600" algn="l">
              <a:spcBef>
                <a:spcPts val="0"/>
              </a:spcBef>
              <a:spcAft>
                <a:spcPts val="0"/>
              </a:spcAft>
              <a:buSzPts val="11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70"/>
        <p:cNvGrpSpPr/>
        <p:nvPr/>
      </p:nvGrpSpPr>
      <p:grpSpPr>
        <a:xfrm>
          <a:off x="0" y="0"/>
          <a:ext cx="0" cy="0"/>
          <a:chOff x="0" y="0"/>
          <a:chExt cx="0" cy="0"/>
        </a:xfrm>
      </p:grpSpPr>
      <p:sp>
        <p:nvSpPr>
          <p:cNvPr id="71" name="Google Shape;71;p15"/>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Google Shape;72;p15"/>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Google Shape;73;p15"/>
          <p:cNvSpPr txBox="1">
            <a:spLocks noGrp="1"/>
          </p:cNvSpPr>
          <p:nvPr>
            <p:ph type="sldNum" idx="12"/>
          </p:nvPr>
        </p:nvSpPr>
        <p:spPr>
          <a:xfrm>
            <a:off x="7118375" y="4780027"/>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pic>
        <p:nvPicPr>
          <p:cNvPr id="74" name="Google Shape;74;p15"/>
          <p:cNvPicPr preferRelativeResize="0"/>
          <p:nvPr/>
        </p:nvPicPr>
        <p:blipFill rotWithShape="1">
          <a:blip r:embed="rId2">
            <a:alphaModFix/>
          </a:blip>
          <a:srcRect/>
          <a:stretch/>
        </p:blipFill>
        <p:spPr>
          <a:xfrm>
            <a:off x="211898" y="4675500"/>
            <a:ext cx="480060" cy="461877"/>
          </a:xfrm>
          <a:prstGeom prst="rect">
            <a:avLst/>
          </a:prstGeom>
          <a:noFill/>
          <a:ln>
            <a:noFill/>
          </a:ln>
        </p:spPr>
      </p:pic>
      <p:sp>
        <p:nvSpPr>
          <p:cNvPr id="75" name="Google Shape;75;p15"/>
          <p:cNvSpPr txBox="1"/>
          <p:nvPr/>
        </p:nvSpPr>
        <p:spPr>
          <a:xfrm>
            <a:off x="699582" y="4831392"/>
            <a:ext cx="726948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1100">
                <a:solidFill>
                  <a:schemeClr val="accent1"/>
                </a:solidFill>
                <a:latin typeface="Trebuchet MS"/>
                <a:ea typeface="Trebuchet MS"/>
                <a:cs typeface="Trebuchet MS"/>
                <a:sym typeface="Trebuchet MS"/>
              </a:rPr>
              <a:t>CFDE SHORT COURSE: Human Microbiome Data Discovery 2026</a:t>
            </a:r>
            <a:endParaRPr sz="1100">
              <a:solidFill>
                <a:schemeClr val="accent1"/>
              </a:solidFill>
              <a:latin typeface="Trebuchet MS"/>
              <a:ea typeface="Trebuchet MS"/>
              <a:cs typeface="Trebuchet MS"/>
              <a:sym typeface="Trebuchet M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6"/>
        <p:cNvGrpSpPr/>
        <p:nvPr/>
      </p:nvGrpSpPr>
      <p:grpSpPr>
        <a:xfrm>
          <a:off x="0" y="0"/>
          <a:ext cx="0" cy="0"/>
          <a:chOff x="0" y="0"/>
          <a:chExt cx="0" cy="0"/>
        </a:xfrm>
      </p:grpSpPr>
      <p:sp>
        <p:nvSpPr>
          <p:cNvPr id="77" name="Google Shape;77;p16"/>
          <p:cNvSpPr txBox="1">
            <a:spLocks noGrp="1"/>
          </p:cNvSpPr>
          <p:nvPr>
            <p:ph type="ctrTitle"/>
          </p:nvPr>
        </p:nvSpPr>
        <p:spPr>
          <a:xfrm>
            <a:off x="514350" y="1597819"/>
            <a:ext cx="5829300" cy="1102519"/>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8" name="Google Shape;78;p16"/>
          <p:cNvSpPr txBox="1">
            <a:spLocks noGrp="1"/>
          </p:cNvSpPr>
          <p:nvPr>
            <p:ph type="subTitle" idx="1"/>
          </p:nvPr>
        </p:nvSpPr>
        <p:spPr>
          <a:xfrm>
            <a:off x="1028700" y="2914650"/>
            <a:ext cx="4800600" cy="1314450"/>
          </a:xfrm>
          <a:prstGeom prst="rect">
            <a:avLst/>
          </a:prstGeom>
          <a:noFill/>
          <a:ln>
            <a:noFill/>
          </a:ln>
        </p:spPr>
        <p:txBody>
          <a:bodyPr spcFirstLastPara="1" wrap="square" lIns="0" tIns="0" rIns="0" bIns="0" anchor="t" anchorCtr="0">
            <a:normAutofit/>
          </a:bodyPr>
          <a:lstStyle>
            <a:lvl1pPr lvl="0" algn="ctr">
              <a:spcBef>
                <a:spcPts val="0"/>
              </a:spcBef>
              <a:spcAft>
                <a:spcPts val="0"/>
              </a:spcAft>
              <a:buClr>
                <a:srgbClr val="8B8B8B"/>
              </a:buClr>
              <a:buSzPts val="1200"/>
              <a:buFont typeface="Trebuchet MS"/>
              <a:buNone/>
              <a:defRPr>
                <a:solidFill>
                  <a:srgbClr val="8B8B8B"/>
                </a:solidFill>
              </a:defRPr>
            </a:lvl1pPr>
            <a:lvl2pPr lvl="1" algn="ctr">
              <a:spcBef>
                <a:spcPts val="0"/>
              </a:spcBef>
              <a:spcAft>
                <a:spcPts val="0"/>
              </a:spcAft>
              <a:buClr>
                <a:srgbClr val="8B8B8B"/>
              </a:buClr>
              <a:buSzPts val="1100"/>
              <a:buFont typeface="Trebuchet MS"/>
              <a:buNone/>
              <a:defRPr>
                <a:solidFill>
                  <a:srgbClr val="8B8B8B"/>
                </a:solidFill>
              </a:defRPr>
            </a:lvl2pPr>
            <a:lvl3pPr lvl="2" algn="ctr">
              <a:spcBef>
                <a:spcPts val="0"/>
              </a:spcBef>
              <a:spcAft>
                <a:spcPts val="0"/>
              </a:spcAft>
              <a:buClr>
                <a:srgbClr val="8B8B8B"/>
              </a:buClr>
              <a:buSzPts val="1100"/>
              <a:buFont typeface="Trebuchet MS"/>
              <a:buNone/>
              <a:defRPr>
                <a:solidFill>
                  <a:srgbClr val="8B8B8B"/>
                </a:solidFill>
              </a:defRPr>
            </a:lvl3pPr>
            <a:lvl4pPr lvl="3" algn="ctr">
              <a:spcBef>
                <a:spcPts val="0"/>
              </a:spcBef>
              <a:spcAft>
                <a:spcPts val="0"/>
              </a:spcAft>
              <a:buClr>
                <a:srgbClr val="8B8B8B"/>
              </a:buClr>
              <a:buSzPts val="1000"/>
              <a:buFont typeface="Trebuchet MS"/>
              <a:buNone/>
              <a:defRPr>
                <a:solidFill>
                  <a:srgbClr val="8B8B8B"/>
                </a:solidFill>
              </a:defRPr>
            </a:lvl4pPr>
            <a:lvl5pPr lvl="4" algn="ctr">
              <a:spcBef>
                <a:spcPts val="0"/>
              </a:spcBef>
              <a:spcAft>
                <a:spcPts val="0"/>
              </a:spcAft>
              <a:buClr>
                <a:srgbClr val="8B8B8B"/>
              </a:buClr>
              <a:buSzPts val="900"/>
              <a:buFont typeface="Trebuchet MS"/>
              <a:buNone/>
              <a:defRPr>
                <a:solidFill>
                  <a:srgbClr val="8B8B8B"/>
                </a:solidFill>
              </a:defRPr>
            </a:lvl5pPr>
            <a:lvl6pPr lvl="5" algn="ctr">
              <a:spcBef>
                <a:spcPts val="0"/>
              </a:spcBef>
              <a:spcAft>
                <a:spcPts val="0"/>
              </a:spcAft>
              <a:buClr>
                <a:srgbClr val="8B8B8B"/>
              </a:buClr>
              <a:buSzPts val="900"/>
              <a:buFont typeface="Trebuchet MS"/>
              <a:buNone/>
              <a:defRPr>
                <a:solidFill>
                  <a:srgbClr val="8B8B8B"/>
                </a:solidFill>
              </a:defRPr>
            </a:lvl6pPr>
            <a:lvl7pPr lvl="6" algn="ctr">
              <a:spcBef>
                <a:spcPts val="0"/>
              </a:spcBef>
              <a:spcAft>
                <a:spcPts val="0"/>
              </a:spcAft>
              <a:buClr>
                <a:srgbClr val="8B8B8B"/>
              </a:buClr>
              <a:buSzPts val="900"/>
              <a:buFont typeface="Trebuchet MS"/>
              <a:buNone/>
              <a:defRPr>
                <a:solidFill>
                  <a:srgbClr val="8B8B8B"/>
                </a:solidFill>
              </a:defRPr>
            </a:lvl7pPr>
            <a:lvl8pPr lvl="7" algn="ctr">
              <a:spcBef>
                <a:spcPts val="0"/>
              </a:spcBef>
              <a:spcAft>
                <a:spcPts val="0"/>
              </a:spcAft>
              <a:buClr>
                <a:srgbClr val="8B8B8B"/>
              </a:buClr>
              <a:buSzPts val="900"/>
              <a:buFont typeface="Trebuchet MS"/>
              <a:buNone/>
              <a:defRPr>
                <a:solidFill>
                  <a:srgbClr val="8B8B8B"/>
                </a:solidFill>
              </a:defRPr>
            </a:lvl8pPr>
            <a:lvl9pPr lvl="8" algn="ctr">
              <a:spcBef>
                <a:spcPts val="0"/>
              </a:spcBef>
              <a:spcAft>
                <a:spcPts val="0"/>
              </a:spcAft>
              <a:buClr>
                <a:srgbClr val="8B8B8B"/>
              </a:buClr>
              <a:buSzPts val="900"/>
              <a:buFont typeface="Trebuchet MS"/>
              <a:buNone/>
              <a:defRPr>
                <a:solidFill>
                  <a:srgbClr val="8B8B8B"/>
                </a:solidFill>
              </a:defRPr>
            </a:lvl9pPr>
          </a:lstStyle>
          <a:p>
            <a:endParaRPr/>
          </a:p>
        </p:txBody>
      </p:sp>
      <p:sp>
        <p:nvSpPr>
          <p:cNvPr id="79" name="Google Shape;79;p16"/>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0" name="Google Shape;80;p16"/>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1" name="Google Shape;81;p16"/>
          <p:cNvSpPr txBox="1">
            <a:spLocks noGrp="1"/>
          </p:cNvSpPr>
          <p:nvPr>
            <p:ph type="sldNum" idx="12"/>
          </p:nvPr>
        </p:nvSpPr>
        <p:spPr>
          <a:xfrm>
            <a:off x="7118375" y="4780027"/>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425196" y="288036"/>
            <a:ext cx="8293379" cy="534924"/>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4" name="Google Shape;84;p17"/>
          <p:cNvSpPr txBox="1">
            <a:spLocks noGrp="1"/>
          </p:cNvSpPr>
          <p:nvPr>
            <p:ph type="body" idx="1"/>
          </p:nvPr>
        </p:nvSpPr>
        <p:spPr>
          <a:xfrm>
            <a:off x="425196" y="1001268"/>
            <a:ext cx="8293379" cy="3675888"/>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100"/>
              <a:buNone/>
              <a:defRPr/>
            </a:lvl1pPr>
            <a:lvl2pPr marL="914400" lvl="1" indent="-228600" algn="l">
              <a:spcBef>
                <a:spcPts val="0"/>
              </a:spcBef>
              <a:spcAft>
                <a:spcPts val="0"/>
              </a:spcAft>
              <a:buSzPts val="1100"/>
              <a:buNone/>
              <a:defRPr/>
            </a:lvl2pPr>
            <a:lvl3pPr marL="1371600" lvl="2" indent="-228600" algn="l">
              <a:spcBef>
                <a:spcPts val="0"/>
              </a:spcBef>
              <a:spcAft>
                <a:spcPts val="0"/>
              </a:spcAft>
              <a:buSzPts val="1100"/>
              <a:buNone/>
              <a:defRPr/>
            </a:lvl3pPr>
            <a:lvl4pPr marL="1828800" lvl="3" indent="-228600" algn="l">
              <a:spcBef>
                <a:spcPts val="0"/>
              </a:spcBef>
              <a:spcAft>
                <a:spcPts val="0"/>
              </a:spcAft>
              <a:buSzPts val="1100"/>
              <a:buNone/>
              <a:defRPr/>
            </a:lvl4pPr>
            <a:lvl5pPr marL="2286000" lvl="4" indent="-228600" algn="l">
              <a:spcBef>
                <a:spcPts val="0"/>
              </a:spcBef>
              <a:spcAft>
                <a:spcPts val="0"/>
              </a:spcAft>
              <a:buSzPts val="1100"/>
              <a:buNone/>
              <a:defRPr/>
            </a:lvl5pPr>
            <a:lvl6pPr marL="2743200" lvl="5" indent="-228600" algn="l">
              <a:spcBef>
                <a:spcPts val="0"/>
              </a:spcBef>
              <a:spcAft>
                <a:spcPts val="0"/>
              </a:spcAft>
              <a:buSzPts val="1100"/>
              <a:buNone/>
              <a:defRPr/>
            </a:lvl6pPr>
            <a:lvl7pPr marL="3200400" lvl="6" indent="-228600" algn="l">
              <a:spcBef>
                <a:spcPts val="0"/>
              </a:spcBef>
              <a:spcAft>
                <a:spcPts val="0"/>
              </a:spcAft>
              <a:buSzPts val="1100"/>
              <a:buNone/>
              <a:defRPr/>
            </a:lvl7pPr>
            <a:lvl8pPr marL="3657600" lvl="7" indent="-228600" algn="l">
              <a:spcBef>
                <a:spcPts val="0"/>
              </a:spcBef>
              <a:spcAft>
                <a:spcPts val="0"/>
              </a:spcAft>
              <a:buSzPts val="1100"/>
              <a:buNone/>
              <a:defRPr/>
            </a:lvl8pPr>
            <a:lvl9pPr marL="4114800" lvl="8" indent="-228600" algn="l">
              <a:spcBef>
                <a:spcPts val="0"/>
              </a:spcBef>
              <a:spcAft>
                <a:spcPts val="0"/>
              </a:spcAft>
              <a:buSzPts val="1100"/>
              <a:buNone/>
              <a:defRPr/>
            </a:lvl9pPr>
          </a:lstStyle>
          <a:p>
            <a:endParaRPr/>
          </a:p>
        </p:txBody>
      </p:sp>
      <p:sp>
        <p:nvSpPr>
          <p:cNvPr id="85" name="Google Shape;85;p17"/>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6" name="Google Shape;86;p17"/>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7" name="Google Shape;87;p17"/>
          <p:cNvSpPr txBox="1">
            <a:spLocks noGrp="1"/>
          </p:cNvSpPr>
          <p:nvPr>
            <p:ph type="sldNum" idx="12"/>
          </p:nvPr>
        </p:nvSpPr>
        <p:spPr>
          <a:xfrm>
            <a:off x="7118375" y="4780027"/>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425196" y="288036"/>
            <a:ext cx="8293379" cy="534924"/>
          </a:xfrm>
          <a:prstGeom prst="rect">
            <a:avLst/>
          </a:prstGeom>
          <a:noFill/>
          <a:ln>
            <a:noFill/>
          </a:ln>
        </p:spPr>
        <p:txBody>
          <a:bodyPr spcFirstLastPara="1" wrap="square" lIns="0" tIns="0" rIns="0" bIns="0" anchor="t" anchorCtr="0">
            <a:normAutofit/>
          </a:bodyPr>
          <a:lstStyle>
            <a:lvl1pPr lvl="0" algn="l">
              <a:spcBef>
                <a:spcPts val="0"/>
              </a:spcBef>
              <a:spcAft>
                <a:spcPts val="0"/>
              </a:spcAft>
              <a:buSzPts val="1100"/>
              <a:buNone/>
              <a:defRPr sz="3000" b="1"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0" name="Google Shape;90;p18"/>
          <p:cNvSpPr txBox="1">
            <a:spLocks noGrp="1"/>
          </p:cNvSpPr>
          <p:nvPr>
            <p:ph type="body" idx="1"/>
          </p:nvPr>
        </p:nvSpPr>
        <p:spPr>
          <a:xfrm>
            <a:off x="541735" y="2180035"/>
            <a:ext cx="5829300" cy="1125140"/>
          </a:xfrm>
          <a:prstGeom prst="rect">
            <a:avLst/>
          </a:prstGeom>
          <a:noFill/>
          <a:ln>
            <a:noFill/>
          </a:ln>
        </p:spPr>
        <p:txBody>
          <a:bodyPr spcFirstLastPara="1" wrap="square" lIns="0" tIns="0" rIns="0" bIns="0" anchor="b" anchorCtr="0">
            <a:normAutofit/>
          </a:bodyPr>
          <a:lstStyle>
            <a:lvl1pPr marL="457200" lvl="0" indent="-228600" algn="l">
              <a:spcBef>
                <a:spcPts val="0"/>
              </a:spcBef>
              <a:spcAft>
                <a:spcPts val="0"/>
              </a:spcAft>
              <a:buClr>
                <a:srgbClr val="8B8B8B"/>
              </a:buClr>
              <a:buSzPts val="1500"/>
              <a:buFont typeface="Trebuchet MS"/>
              <a:buNone/>
              <a:defRPr sz="1500">
                <a:solidFill>
                  <a:srgbClr val="8B8B8B"/>
                </a:solidFill>
              </a:defRPr>
            </a:lvl1pPr>
            <a:lvl2pPr marL="914400" lvl="1" indent="-228600" algn="l">
              <a:spcBef>
                <a:spcPts val="0"/>
              </a:spcBef>
              <a:spcAft>
                <a:spcPts val="0"/>
              </a:spcAft>
              <a:buClr>
                <a:srgbClr val="8B8B8B"/>
              </a:buClr>
              <a:buSzPts val="1400"/>
              <a:buFont typeface="Trebuchet MS"/>
              <a:buNone/>
              <a:defRPr sz="1400">
                <a:solidFill>
                  <a:srgbClr val="8B8B8B"/>
                </a:solidFill>
              </a:defRPr>
            </a:lvl2pPr>
            <a:lvl3pPr marL="1371600" lvl="2" indent="-228600" algn="l">
              <a:spcBef>
                <a:spcPts val="0"/>
              </a:spcBef>
              <a:spcAft>
                <a:spcPts val="0"/>
              </a:spcAft>
              <a:buClr>
                <a:srgbClr val="8B8B8B"/>
              </a:buClr>
              <a:buSzPts val="1200"/>
              <a:buFont typeface="Trebuchet MS"/>
              <a:buNone/>
              <a:defRPr sz="1200">
                <a:solidFill>
                  <a:srgbClr val="8B8B8B"/>
                </a:solidFill>
              </a:defRPr>
            </a:lvl3pPr>
            <a:lvl4pPr marL="1828800" lvl="3" indent="-228600" algn="l">
              <a:spcBef>
                <a:spcPts val="0"/>
              </a:spcBef>
              <a:spcAft>
                <a:spcPts val="0"/>
              </a:spcAft>
              <a:buClr>
                <a:srgbClr val="8B8B8B"/>
              </a:buClr>
              <a:buSzPts val="1100"/>
              <a:buFont typeface="Trebuchet MS"/>
              <a:buNone/>
              <a:defRPr sz="1100">
                <a:solidFill>
                  <a:srgbClr val="8B8B8B"/>
                </a:solidFill>
              </a:defRPr>
            </a:lvl4pPr>
            <a:lvl5pPr marL="2286000" lvl="4" indent="-228600" algn="l">
              <a:spcBef>
                <a:spcPts val="0"/>
              </a:spcBef>
              <a:spcAft>
                <a:spcPts val="0"/>
              </a:spcAft>
              <a:buClr>
                <a:srgbClr val="8B8B8B"/>
              </a:buClr>
              <a:buSzPts val="1100"/>
              <a:buFont typeface="Trebuchet MS"/>
              <a:buNone/>
              <a:defRPr sz="1100">
                <a:solidFill>
                  <a:srgbClr val="8B8B8B"/>
                </a:solidFill>
              </a:defRPr>
            </a:lvl5pPr>
            <a:lvl6pPr marL="2743200" lvl="5" indent="-228600" algn="l">
              <a:spcBef>
                <a:spcPts val="0"/>
              </a:spcBef>
              <a:spcAft>
                <a:spcPts val="0"/>
              </a:spcAft>
              <a:buClr>
                <a:srgbClr val="8B8B8B"/>
              </a:buClr>
              <a:buSzPts val="1100"/>
              <a:buFont typeface="Trebuchet MS"/>
              <a:buNone/>
              <a:defRPr sz="1100">
                <a:solidFill>
                  <a:srgbClr val="8B8B8B"/>
                </a:solidFill>
              </a:defRPr>
            </a:lvl6pPr>
            <a:lvl7pPr marL="3200400" lvl="6" indent="-228600" algn="l">
              <a:spcBef>
                <a:spcPts val="0"/>
              </a:spcBef>
              <a:spcAft>
                <a:spcPts val="0"/>
              </a:spcAft>
              <a:buClr>
                <a:srgbClr val="8B8B8B"/>
              </a:buClr>
              <a:buSzPts val="1100"/>
              <a:buFont typeface="Trebuchet MS"/>
              <a:buNone/>
              <a:defRPr sz="1100">
                <a:solidFill>
                  <a:srgbClr val="8B8B8B"/>
                </a:solidFill>
              </a:defRPr>
            </a:lvl7pPr>
            <a:lvl8pPr marL="3657600" lvl="7" indent="-228600" algn="l">
              <a:spcBef>
                <a:spcPts val="0"/>
              </a:spcBef>
              <a:spcAft>
                <a:spcPts val="0"/>
              </a:spcAft>
              <a:buClr>
                <a:srgbClr val="8B8B8B"/>
              </a:buClr>
              <a:buSzPts val="1100"/>
              <a:buFont typeface="Trebuchet MS"/>
              <a:buNone/>
              <a:defRPr sz="1100">
                <a:solidFill>
                  <a:srgbClr val="8B8B8B"/>
                </a:solidFill>
              </a:defRPr>
            </a:lvl8pPr>
            <a:lvl9pPr marL="4114800" lvl="8" indent="-228600" algn="l">
              <a:spcBef>
                <a:spcPts val="0"/>
              </a:spcBef>
              <a:spcAft>
                <a:spcPts val="0"/>
              </a:spcAft>
              <a:buClr>
                <a:srgbClr val="8B8B8B"/>
              </a:buClr>
              <a:buSzPts val="1100"/>
              <a:buFont typeface="Trebuchet MS"/>
              <a:buNone/>
              <a:defRPr sz="1100">
                <a:solidFill>
                  <a:srgbClr val="8B8B8B"/>
                </a:solidFill>
              </a:defRPr>
            </a:lvl9pPr>
          </a:lstStyle>
          <a:p>
            <a:endParaRPr/>
          </a:p>
        </p:txBody>
      </p:sp>
      <p:sp>
        <p:nvSpPr>
          <p:cNvPr id="91" name="Google Shape;91;p18"/>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2" name="Google Shape;92;p18"/>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3" name="Google Shape;93;p18"/>
          <p:cNvSpPr txBox="1">
            <a:spLocks noGrp="1"/>
          </p:cNvSpPr>
          <p:nvPr>
            <p:ph type="sldNum" idx="12"/>
          </p:nvPr>
        </p:nvSpPr>
        <p:spPr>
          <a:xfrm>
            <a:off x="7118375" y="4780027"/>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425196" y="288036"/>
            <a:ext cx="8293379" cy="534924"/>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6" name="Google Shape;96;p19"/>
          <p:cNvSpPr txBox="1">
            <a:spLocks noGrp="1"/>
          </p:cNvSpPr>
          <p:nvPr>
            <p:ph type="body" idx="1"/>
          </p:nvPr>
        </p:nvSpPr>
        <p:spPr>
          <a:xfrm>
            <a:off x="425196" y="1001268"/>
            <a:ext cx="8293379" cy="3675888"/>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100"/>
              <a:buNone/>
              <a:defRPr sz="2100"/>
            </a:lvl1pPr>
            <a:lvl2pPr marL="914400" lvl="1" indent="-228600" algn="l">
              <a:spcBef>
                <a:spcPts val="0"/>
              </a:spcBef>
              <a:spcAft>
                <a:spcPts val="0"/>
              </a:spcAft>
              <a:buSzPts val="1100"/>
              <a:buNone/>
              <a:defRPr sz="1800"/>
            </a:lvl2pPr>
            <a:lvl3pPr marL="1371600" lvl="2" indent="-228600" algn="l">
              <a:spcBef>
                <a:spcPts val="0"/>
              </a:spcBef>
              <a:spcAft>
                <a:spcPts val="0"/>
              </a:spcAft>
              <a:buSzPts val="1100"/>
              <a:buNone/>
              <a:defRPr sz="1500"/>
            </a:lvl3pPr>
            <a:lvl4pPr marL="1828800" lvl="3" indent="-228600" algn="l">
              <a:spcBef>
                <a:spcPts val="0"/>
              </a:spcBef>
              <a:spcAft>
                <a:spcPts val="0"/>
              </a:spcAft>
              <a:buSzPts val="1100"/>
              <a:buNone/>
              <a:defRPr sz="1400"/>
            </a:lvl4pPr>
            <a:lvl5pPr marL="2286000" lvl="4" indent="-228600" algn="l">
              <a:spcBef>
                <a:spcPts val="0"/>
              </a:spcBef>
              <a:spcAft>
                <a:spcPts val="0"/>
              </a:spcAft>
              <a:buSzPts val="1100"/>
              <a:buNone/>
              <a:defRPr sz="1400"/>
            </a:lvl5pPr>
            <a:lvl6pPr marL="2743200" lvl="5" indent="-228600" algn="l">
              <a:spcBef>
                <a:spcPts val="0"/>
              </a:spcBef>
              <a:spcAft>
                <a:spcPts val="0"/>
              </a:spcAft>
              <a:buSzPts val="1100"/>
              <a:buNone/>
              <a:defRPr sz="1400"/>
            </a:lvl6pPr>
            <a:lvl7pPr marL="3200400" lvl="6" indent="-228600" algn="l">
              <a:spcBef>
                <a:spcPts val="0"/>
              </a:spcBef>
              <a:spcAft>
                <a:spcPts val="0"/>
              </a:spcAft>
              <a:buSzPts val="1100"/>
              <a:buNone/>
              <a:defRPr sz="1400"/>
            </a:lvl7pPr>
            <a:lvl8pPr marL="3657600" lvl="7" indent="-228600" algn="l">
              <a:spcBef>
                <a:spcPts val="0"/>
              </a:spcBef>
              <a:spcAft>
                <a:spcPts val="0"/>
              </a:spcAft>
              <a:buSzPts val="1100"/>
              <a:buNone/>
              <a:defRPr sz="1400"/>
            </a:lvl8pPr>
            <a:lvl9pPr marL="4114800" lvl="8" indent="-228600" algn="l">
              <a:spcBef>
                <a:spcPts val="0"/>
              </a:spcBef>
              <a:spcAft>
                <a:spcPts val="0"/>
              </a:spcAft>
              <a:buSzPts val="1100"/>
              <a:buNone/>
              <a:defRPr sz="1400"/>
            </a:lvl9pPr>
          </a:lstStyle>
          <a:p>
            <a:endParaRPr/>
          </a:p>
        </p:txBody>
      </p:sp>
      <p:sp>
        <p:nvSpPr>
          <p:cNvPr id="97" name="Google Shape;97;p19"/>
          <p:cNvSpPr txBox="1">
            <a:spLocks noGrp="1"/>
          </p:cNvSpPr>
          <p:nvPr>
            <p:ph type="body" idx="2"/>
          </p:nvPr>
        </p:nvSpPr>
        <p:spPr>
          <a:xfrm>
            <a:off x="3486150" y="1200150"/>
            <a:ext cx="3028950" cy="3394472"/>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100"/>
              <a:buNone/>
              <a:defRPr sz="2100"/>
            </a:lvl1pPr>
            <a:lvl2pPr marL="914400" lvl="1" indent="-228600" algn="l">
              <a:spcBef>
                <a:spcPts val="0"/>
              </a:spcBef>
              <a:spcAft>
                <a:spcPts val="0"/>
              </a:spcAft>
              <a:buSzPts val="1100"/>
              <a:buNone/>
              <a:defRPr sz="1800"/>
            </a:lvl2pPr>
            <a:lvl3pPr marL="1371600" lvl="2" indent="-228600" algn="l">
              <a:spcBef>
                <a:spcPts val="0"/>
              </a:spcBef>
              <a:spcAft>
                <a:spcPts val="0"/>
              </a:spcAft>
              <a:buSzPts val="1100"/>
              <a:buNone/>
              <a:defRPr sz="1500"/>
            </a:lvl3pPr>
            <a:lvl4pPr marL="1828800" lvl="3" indent="-228600" algn="l">
              <a:spcBef>
                <a:spcPts val="0"/>
              </a:spcBef>
              <a:spcAft>
                <a:spcPts val="0"/>
              </a:spcAft>
              <a:buSzPts val="1100"/>
              <a:buNone/>
              <a:defRPr sz="1400"/>
            </a:lvl4pPr>
            <a:lvl5pPr marL="2286000" lvl="4" indent="-228600" algn="l">
              <a:spcBef>
                <a:spcPts val="0"/>
              </a:spcBef>
              <a:spcAft>
                <a:spcPts val="0"/>
              </a:spcAft>
              <a:buSzPts val="1100"/>
              <a:buNone/>
              <a:defRPr sz="1400"/>
            </a:lvl5pPr>
            <a:lvl6pPr marL="2743200" lvl="5" indent="-228600" algn="l">
              <a:spcBef>
                <a:spcPts val="0"/>
              </a:spcBef>
              <a:spcAft>
                <a:spcPts val="0"/>
              </a:spcAft>
              <a:buSzPts val="1100"/>
              <a:buNone/>
              <a:defRPr sz="1400"/>
            </a:lvl6pPr>
            <a:lvl7pPr marL="3200400" lvl="6" indent="-228600" algn="l">
              <a:spcBef>
                <a:spcPts val="0"/>
              </a:spcBef>
              <a:spcAft>
                <a:spcPts val="0"/>
              </a:spcAft>
              <a:buSzPts val="1100"/>
              <a:buNone/>
              <a:defRPr sz="1400"/>
            </a:lvl7pPr>
            <a:lvl8pPr marL="3657600" lvl="7" indent="-228600" algn="l">
              <a:spcBef>
                <a:spcPts val="0"/>
              </a:spcBef>
              <a:spcAft>
                <a:spcPts val="0"/>
              </a:spcAft>
              <a:buSzPts val="1100"/>
              <a:buNone/>
              <a:defRPr sz="1400"/>
            </a:lvl8pPr>
            <a:lvl9pPr marL="4114800" lvl="8" indent="-228600" algn="l">
              <a:spcBef>
                <a:spcPts val="0"/>
              </a:spcBef>
              <a:spcAft>
                <a:spcPts val="0"/>
              </a:spcAft>
              <a:buSzPts val="1100"/>
              <a:buNone/>
              <a:defRPr sz="1400"/>
            </a:lvl9pPr>
          </a:lstStyle>
          <a:p>
            <a:endParaRPr/>
          </a:p>
        </p:txBody>
      </p:sp>
      <p:sp>
        <p:nvSpPr>
          <p:cNvPr id="98" name="Google Shape;98;p19"/>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9" name="Google Shape;99;p19"/>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0" name="Google Shape;100;p19"/>
          <p:cNvSpPr txBox="1">
            <a:spLocks noGrp="1"/>
          </p:cNvSpPr>
          <p:nvPr>
            <p:ph type="sldNum" idx="12"/>
          </p:nvPr>
        </p:nvSpPr>
        <p:spPr>
          <a:xfrm>
            <a:off x="7118375" y="4780027"/>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1"/>
        <p:cNvGrpSpPr/>
        <p:nvPr/>
      </p:nvGrpSpPr>
      <p:grpSpPr>
        <a:xfrm>
          <a:off x="0" y="0"/>
          <a:ext cx="0" cy="0"/>
          <a:chOff x="0" y="0"/>
          <a:chExt cx="0" cy="0"/>
        </a:xfrm>
      </p:grpSpPr>
      <p:sp>
        <p:nvSpPr>
          <p:cNvPr id="102" name="Google Shape;102;p20"/>
          <p:cNvSpPr txBox="1">
            <a:spLocks noGrp="1"/>
          </p:cNvSpPr>
          <p:nvPr>
            <p:ph type="title"/>
          </p:nvPr>
        </p:nvSpPr>
        <p:spPr>
          <a:xfrm>
            <a:off x="425196" y="288036"/>
            <a:ext cx="8293379" cy="534924"/>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3" name="Google Shape;103;p20"/>
          <p:cNvSpPr txBox="1">
            <a:spLocks noGrp="1"/>
          </p:cNvSpPr>
          <p:nvPr>
            <p:ph type="body" idx="1"/>
          </p:nvPr>
        </p:nvSpPr>
        <p:spPr>
          <a:xfrm>
            <a:off x="425196" y="1001268"/>
            <a:ext cx="8293379" cy="3675888"/>
          </a:xfrm>
          <a:prstGeom prst="rect">
            <a:avLst/>
          </a:prstGeom>
          <a:noFill/>
          <a:ln>
            <a:noFill/>
          </a:ln>
        </p:spPr>
        <p:txBody>
          <a:bodyPr spcFirstLastPara="1" wrap="square" lIns="0" tIns="0" rIns="0" bIns="0" anchor="b" anchorCtr="0">
            <a:normAutofit/>
          </a:bodyPr>
          <a:lstStyle>
            <a:lvl1pPr marL="457200" lvl="0" indent="-228600" algn="l">
              <a:spcBef>
                <a:spcPts val="0"/>
              </a:spcBef>
              <a:spcAft>
                <a:spcPts val="0"/>
              </a:spcAft>
              <a:buClr>
                <a:srgbClr val="2B2B2B"/>
              </a:buClr>
              <a:buSzPts val="1800"/>
              <a:buFont typeface="Trebuchet MS"/>
              <a:buNone/>
              <a:defRPr sz="1800" b="1"/>
            </a:lvl1pPr>
            <a:lvl2pPr marL="914400" lvl="1" indent="-228600" algn="l">
              <a:spcBef>
                <a:spcPts val="0"/>
              </a:spcBef>
              <a:spcAft>
                <a:spcPts val="0"/>
              </a:spcAft>
              <a:buClr>
                <a:srgbClr val="6B6660"/>
              </a:buClr>
              <a:buSzPts val="1500"/>
              <a:buFont typeface="Trebuchet MS"/>
              <a:buNone/>
              <a:defRPr sz="1500" b="1"/>
            </a:lvl2pPr>
            <a:lvl3pPr marL="1371600" lvl="2" indent="-228600" algn="l">
              <a:spcBef>
                <a:spcPts val="0"/>
              </a:spcBef>
              <a:spcAft>
                <a:spcPts val="0"/>
              </a:spcAft>
              <a:buClr>
                <a:srgbClr val="6B6660"/>
              </a:buClr>
              <a:buSzPts val="1400"/>
              <a:buFont typeface="Trebuchet MS"/>
              <a:buNone/>
              <a:defRPr sz="1400" b="1"/>
            </a:lvl3pPr>
            <a:lvl4pPr marL="1828800" lvl="3" indent="-228600" algn="l">
              <a:spcBef>
                <a:spcPts val="0"/>
              </a:spcBef>
              <a:spcAft>
                <a:spcPts val="0"/>
              </a:spcAft>
              <a:buClr>
                <a:srgbClr val="6B6660"/>
              </a:buClr>
              <a:buSzPts val="1200"/>
              <a:buFont typeface="Trebuchet MS"/>
              <a:buNone/>
              <a:defRPr sz="1200" b="1"/>
            </a:lvl4pPr>
            <a:lvl5pPr marL="2286000" lvl="4" indent="-228600" algn="l">
              <a:spcBef>
                <a:spcPts val="0"/>
              </a:spcBef>
              <a:spcAft>
                <a:spcPts val="0"/>
              </a:spcAft>
              <a:buClr>
                <a:srgbClr val="6B6660"/>
              </a:buClr>
              <a:buSzPts val="1200"/>
              <a:buFont typeface="Trebuchet MS"/>
              <a:buNone/>
              <a:defRPr sz="1200" b="1"/>
            </a:lvl5pPr>
            <a:lvl6pPr marL="2743200" lvl="5" indent="-228600" algn="l">
              <a:spcBef>
                <a:spcPts val="0"/>
              </a:spcBef>
              <a:spcAft>
                <a:spcPts val="0"/>
              </a:spcAft>
              <a:buClr>
                <a:srgbClr val="6B6660"/>
              </a:buClr>
              <a:buSzPts val="1200"/>
              <a:buFont typeface="Trebuchet MS"/>
              <a:buNone/>
              <a:defRPr sz="1200" b="1"/>
            </a:lvl6pPr>
            <a:lvl7pPr marL="3200400" lvl="6" indent="-228600" algn="l">
              <a:spcBef>
                <a:spcPts val="0"/>
              </a:spcBef>
              <a:spcAft>
                <a:spcPts val="0"/>
              </a:spcAft>
              <a:buClr>
                <a:srgbClr val="6B6660"/>
              </a:buClr>
              <a:buSzPts val="1200"/>
              <a:buFont typeface="Trebuchet MS"/>
              <a:buNone/>
              <a:defRPr sz="1200" b="1"/>
            </a:lvl7pPr>
            <a:lvl8pPr marL="3657600" lvl="7" indent="-228600" algn="l">
              <a:spcBef>
                <a:spcPts val="0"/>
              </a:spcBef>
              <a:spcAft>
                <a:spcPts val="0"/>
              </a:spcAft>
              <a:buClr>
                <a:srgbClr val="6B6660"/>
              </a:buClr>
              <a:buSzPts val="1200"/>
              <a:buFont typeface="Trebuchet MS"/>
              <a:buNone/>
              <a:defRPr sz="1200" b="1"/>
            </a:lvl8pPr>
            <a:lvl9pPr marL="4114800" lvl="8" indent="-228600" algn="l">
              <a:spcBef>
                <a:spcPts val="0"/>
              </a:spcBef>
              <a:spcAft>
                <a:spcPts val="0"/>
              </a:spcAft>
              <a:buClr>
                <a:srgbClr val="6B6660"/>
              </a:buClr>
              <a:buSzPts val="1200"/>
              <a:buFont typeface="Trebuchet MS"/>
              <a:buNone/>
              <a:defRPr sz="1200" b="1"/>
            </a:lvl9pPr>
          </a:lstStyle>
          <a:p>
            <a:endParaRPr/>
          </a:p>
        </p:txBody>
      </p:sp>
      <p:sp>
        <p:nvSpPr>
          <p:cNvPr id="104" name="Google Shape;104;p20"/>
          <p:cNvSpPr txBox="1">
            <a:spLocks noGrp="1"/>
          </p:cNvSpPr>
          <p:nvPr>
            <p:ph type="body" idx="2"/>
          </p:nvPr>
        </p:nvSpPr>
        <p:spPr>
          <a:xfrm>
            <a:off x="342900" y="1631156"/>
            <a:ext cx="3030141" cy="2963466"/>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100"/>
              <a:buNone/>
              <a:defRPr sz="1800"/>
            </a:lvl1pPr>
            <a:lvl2pPr marL="914400" lvl="1" indent="-228600" algn="l">
              <a:spcBef>
                <a:spcPts val="0"/>
              </a:spcBef>
              <a:spcAft>
                <a:spcPts val="0"/>
              </a:spcAft>
              <a:buSzPts val="1100"/>
              <a:buNone/>
              <a:defRPr sz="1500"/>
            </a:lvl2pPr>
            <a:lvl3pPr marL="1371600" lvl="2" indent="-228600" algn="l">
              <a:spcBef>
                <a:spcPts val="0"/>
              </a:spcBef>
              <a:spcAft>
                <a:spcPts val="0"/>
              </a:spcAft>
              <a:buSzPts val="1100"/>
              <a:buNone/>
              <a:defRPr sz="1400"/>
            </a:lvl3pPr>
            <a:lvl4pPr marL="1828800" lvl="3" indent="-228600" algn="l">
              <a:spcBef>
                <a:spcPts val="0"/>
              </a:spcBef>
              <a:spcAft>
                <a:spcPts val="0"/>
              </a:spcAft>
              <a:buSzPts val="1100"/>
              <a:buNone/>
              <a:defRPr sz="1200"/>
            </a:lvl4pPr>
            <a:lvl5pPr marL="2286000" lvl="4" indent="-228600" algn="l">
              <a:spcBef>
                <a:spcPts val="0"/>
              </a:spcBef>
              <a:spcAft>
                <a:spcPts val="0"/>
              </a:spcAft>
              <a:buSzPts val="1100"/>
              <a:buNone/>
              <a:defRPr sz="1200"/>
            </a:lvl5pPr>
            <a:lvl6pPr marL="2743200" lvl="5" indent="-228600" algn="l">
              <a:spcBef>
                <a:spcPts val="0"/>
              </a:spcBef>
              <a:spcAft>
                <a:spcPts val="0"/>
              </a:spcAft>
              <a:buSzPts val="1100"/>
              <a:buNone/>
              <a:defRPr sz="1200"/>
            </a:lvl6pPr>
            <a:lvl7pPr marL="3200400" lvl="6" indent="-228600" algn="l">
              <a:spcBef>
                <a:spcPts val="0"/>
              </a:spcBef>
              <a:spcAft>
                <a:spcPts val="0"/>
              </a:spcAft>
              <a:buSzPts val="1100"/>
              <a:buNone/>
              <a:defRPr sz="1200"/>
            </a:lvl7pPr>
            <a:lvl8pPr marL="3657600" lvl="7" indent="-228600" algn="l">
              <a:spcBef>
                <a:spcPts val="0"/>
              </a:spcBef>
              <a:spcAft>
                <a:spcPts val="0"/>
              </a:spcAft>
              <a:buSzPts val="1100"/>
              <a:buNone/>
              <a:defRPr sz="1200"/>
            </a:lvl8pPr>
            <a:lvl9pPr marL="4114800" lvl="8" indent="-228600" algn="l">
              <a:spcBef>
                <a:spcPts val="0"/>
              </a:spcBef>
              <a:spcAft>
                <a:spcPts val="0"/>
              </a:spcAft>
              <a:buSzPts val="1100"/>
              <a:buNone/>
              <a:defRPr sz="1200"/>
            </a:lvl9pPr>
          </a:lstStyle>
          <a:p>
            <a:endParaRPr/>
          </a:p>
        </p:txBody>
      </p:sp>
      <p:sp>
        <p:nvSpPr>
          <p:cNvPr id="105" name="Google Shape;105;p20"/>
          <p:cNvSpPr txBox="1">
            <a:spLocks noGrp="1"/>
          </p:cNvSpPr>
          <p:nvPr>
            <p:ph type="body" idx="3"/>
          </p:nvPr>
        </p:nvSpPr>
        <p:spPr>
          <a:xfrm>
            <a:off x="3483769" y="1151335"/>
            <a:ext cx="3031331" cy="479822"/>
          </a:xfrm>
          <a:prstGeom prst="rect">
            <a:avLst/>
          </a:prstGeom>
          <a:noFill/>
          <a:ln>
            <a:noFill/>
          </a:ln>
        </p:spPr>
        <p:txBody>
          <a:bodyPr spcFirstLastPara="1" wrap="square" lIns="0" tIns="0" rIns="0" bIns="0" anchor="b" anchorCtr="0">
            <a:normAutofit/>
          </a:bodyPr>
          <a:lstStyle>
            <a:lvl1pPr marL="457200" lvl="0" indent="-228600" algn="l">
              <a:spcBef>
                <a:spcPts val="0"/>
              </a:spcBef>
              <a:spcAft>
                <a:spcPts val="0"/>
              </a:spcAft>
              <a:buClr>
                <a:srgbClr val="2B2B2B"/>
              </a:buClr>
              <a:buSzPts val="1800"/>
              <a:buFont typeface="Trebuchet MS"/>
              <a:buNone/>
              <a:defRPr sz="1800" b="1"/>
            </a:lvl1pPr>
            <a:lvl2pPr marL="914400" lvl="1" indent="-228600" algn="l">
              <a:spcBef>
                <a:spcPts val="0"/>
              </a:spcBef>
              <a:spcAft>
                <a:spcPts val="0"/>
              </a:spcAft>
              <a:buClr>
                <a:srgbClr val="6B6660"/>
              </a:buClr>
              <a:buSzPts val="1500"/>
              <a:buFont typeface="Trebuchet MS"/>
              <a:buNone/>
              <a:defRPr sz="1500" b="1"/>
            </a:lvl2pPr>
            <a:lvl3pPr marL="1371600" lvl="2" indent="-228600" algn="l">
              <a:spcBef>
                <a:spcPts val="0"/>
              </a:spcBef>
              <a:spcAft>
                <a:spcPts val="0"/>
              </a:spcAft>
              <a:buClr>
                <a:srgbClr val="6B6660"/>
              </a:buClr>
              <a:buSzPts val="1400"/>
              <a:buFont typeface="Trebuchet MS"/>
              <a:buNone/>
              <a:defRPr sz="1400" b="1"/>
            </a:lvl3pPr>
            <a:lvl4pPr marL="1828800" lvl="3" indent="-228600" algn="l">
              <a:spcBef>
                <a:spcPts val="0"/>
              </a:spcBef>
              <a:spcAft>
                <a:spcPts val="0"/>
              </a:spcAft>
              <a:buClr>
                <a:srgbClr val="6B6660"/>
              </a:buClr>
              <a:buSzPts val="1200"/>
              <a:buFont typeface="Trebuchet MS"/>
              <a:buNone/>
              <a:defRPr sz="1200" b="1"/>
            </a:lvl4pPr>
            <a:lvl5pPr marL="2286000" lvl="4" indent="-228600" algn="l">
              <a:spcBef>
                <a:spcPts val="0"/>
              </a:spcBef>
              <a:spcAft>
                <a:spcPts val="0"/>
              </a:spcAft>
              <a:buClr>
                <a:srgbClr val="6B6660"/>
              </a:buClr>
              <a:buSzPts val="1200"/>
              <a:buFont typeface="Trebuchet MS"/>
              <a:buNone/>
              <a:defRPr sz="1200" b="1"/>
            </a:lvl5pPr>
            <a:lvl6pPr marL="2743200" lvl="5" indent="-228600" algn="l">
              <a:spcBef>
                <a:spcPts val="0"/>
              </a:spcBef>
              <a:spcAft>
                <a:spcPts val="0"/>
              </a:spcAft>
              <a:buClr>
                <a:srgbClr val="6B6660"/>
              </a:buClr>
              <a:buSzPts val="1200"/>
              <a:buFont typeface="Trebuchet MS"/>
              <a:buNone/>
              <a:defRPr sz="1200" b="1"/>
            </a:lvl6pPr>
            <a:lvl7pPr marL="3200400" lvl="6" indent="-228600" algn="l">
              <a:spcBef>
                <a:spcPts val="0"/>
              </a:spcBef>
              <a:spcAft>
                <a:spcPts val="0"/>
              </a:spcAft>
              <a:buClr>
                <a:srgbClr val="6B6660"/>
              </a:buClr>
              <a:buSzPts val="1200"/>
              <a:buFont typeface="Trebuchet MS"/>
              <a:buNone/>
              <a:defRPr sz="1200" b="1"/>
            </a:lvl7pPr>
            <a:lvl8pPr marL="3657600" lvl="7" indent="-228600" algn="l">
              <a:spcBef>
                <a:spcPts val="0"/>
              </a:spcBef>
              <a:spcAft>
                <a:spcPts val="0"/>
              </a:spcAft>
              <a:buClr>
                <a:srgbClr val="6B6660"/>
              </a:buClr>
              <a:buSzPts val="1200"/>
              <a:buFont typeface="Trebuchet MS"/>
              <a:buNone/>
              <a:defRPr sz="1200" b="1"/>
            </a:lvl8pPr>
            <a:lvl9pPr marL="4114800" lvl="8" indent="-228600" algn="l">
              <a:spcBef>
                <a:spcPts val="0"/>
              </a:spcBef>
              <a:spcAft>
                <a:spcPts val="0"/>
              </a:spcAft>
              <a:buClr>
                <a:srgbClr val="6B6660"/>
              </a:buClr>
              <a:buSzPts val="1200"/>
              <a:buFont typeface="Trebuchet MS"/>
              <a:buNone/>
              <a:defRPr sz="1200" b="1"/>
            </a:lvl9pPr>
          </a:lstStyle>
          <a:p>
            <a:endParaRPr/>
          </a:p>
        </p:txBody>
      </p:sp>
      <p:sp>
        <p:nvSpPr>
          <p:cNvPr id="106" name="Google Shape;106;p20"/>
          <p:cNvSpPr txBox="1">
            <a:spLocks noGrp="1"/>
          </p:cNvSpPr>
          <p:nvPr>
            <p:ph type="body" idx="4"/>
          </p:nvPr>
        </p:nvSpPr>
        <p:spPr>
          <a:xfrm>
            <a:off x="3483769" y="1631156"/>
            <a:ext cx="3031331" cy="2963466"/>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100"/>
              <a:buNone/>
              <a:defRPr sz="1800"/>
            </a:lvl1pPr>
            <a:lvl2pPr marL="914400" lvl="1" indent="-228600" algn="l">
              <a:spcBef>
                <a:spcPts val="0"/>
              </a:spcBef>
              <a:spcAft>
                <a:spcPts val="0"/>
              </a:spcAft>
              <a:buSzPts val="1100"/>
              <a:buNone/>
              <a:defRPr sz="1500"/>
            </a:lvl2pPr>
            <a:lvl3pPr marL="1371600" lvl="2" indent="-228600" algn="l">
              <a:spcBef>
                <a:spcPts val="0"/>
              </a:spcBef>
              <a:spcAft>
                <a:spcPts val="0"/>
              </a:spcAft>
              <a:buSzPts val="1100"/>
              <a:buNone/>
              <a:defRPr sz="1400"/>
            </a:lvl3pPr>
            <a:lvl4pPr marL="1828800" lvl="3" indent="-228600" algn="l">
              <a:spcBef>
                <a:spcPts val="0"/>
              </a:spcBef>
              <a:spcAft>
                <a:spcPts val="0"/>
              </a:spcAft>
              <a:buSzPts val="1100"/>
              <a:buNone/>
              <a:defRPr sz="1200"/>
            </a:lvl4pPr>
            <a:lvl5pPr marL="2286000" lvl="4" indent="-228600" algn="l">
              <a:spcBef>
                <a:spcPts val="0"/>
              </a:spcBef>
              <a:spcAft>
                <a:spcPts val="0"/>
              </a:spcAft>
              <a:buSzPts val="1100"/>
              <a:buNone/>
              <a:defRPr sz="1200"/>
            </a:lvl5pPr>
            <a:lvl6pPr marL="2743200" lvl="5" indent="-228600" algn="l">
              <a:spcBef>
                <a:spcPts val="0"/>
              </a:spcBef>
              <a:spcAft>
                <a:spcPts val="0"/>
              </a:spcAft>
              <a:buSzPts val="1100"/>
              <a:buNone/>
              <a:defRPr sz="1200"/>
            </a:lvl6pPr>
            <a:lvl7pPr marL="3200400" lvl="6" indent="-228600" algn="l">
              <a:spcBef>
                <a:spcPts val="0"/>
              </a:spcBef>
              <a:spcAft>
                <a:spcPts val="0"/>
              </a:spcAft>
              <a:buSzPts val="1100"/>
              <a:buNone/>
              <a:defRPr sz="1200"/>
            </a:lvl7pPr>
            <a:lvl8pPr marL="3657600" lvl="7" indent="-228600" algn="l">
              <a:spcBef>
                <a:spcPts val="0"/>
              </a:spcBef>
              <a:spcAft>
                <a:spcPts val="0"/>
              </a:spcAft>
              <a:buSzPts val="1100"/>
              <a:buNone/>
              <a:defRPr sz="1200"/>
            </a:lvl8pPr>
            <a:lvl9pPr marL="4114800" lvl="8" indent="-228600" algn="l">
              <a:spcBef>
                <a:spcPts val="0"/>
              </a:spcBef>
              <a:spcAft>
                <a:spcPts val="0"/>
              </a:spcAft>
              <a:buSzPts val="1100"/>
              <a:buNone/>
              <a:defRPr sz="1200"/>
            </a:lvl9pPr>
          </a:lstStyle>
          <a:p>
            <a:endParaRPr/>
          </a:p>
        </p:txBody>
      </p:sp>
      <p:sp>
        <p:nvSpPr>
          <p:cNvPr id="107" name="Google Shape;107;p20"/>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8" name="Google Shape;108;p20"/>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9" name="Google Shape;109;p20"/>
          <p:cNvSpPr txBox="1">
            <a:spLocks noGrp="1"/>
          </p:cNvSpPr>
          <p:nvPr>
            <p:ph type="sldNum" idx="12"/>
          </p:nvPr>
        </p:nvSpPr>
        <p:spPr>
          <a:xfrm>
            <a:off x="7118375" y="4780027"/>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0"/>
        <p:cNvGrpSpPr/>
        <p:nvPr/>
      </p:nvGrpSpPr>
      <p:grpSpPr>
        <a:xfrm>
          <a:off x="0" y="0"/>
          <a:ext cx="0" cy="0"/>
          <a:chOff x="0" y="0"/>
          <a:chExt cx="0" cy="0"/>
        </a:xfrm>
      </p:grpSpPr>
      <p:sp>
        <p:nvSpPr>
          <p:cNvPr id="111" name="Google Shape;111;p21"/>
          <p:cNvSpPr txBox="1">
            <a:spLocks noGrp="1"/>
          </p:cNvSpPr>
          <p:nvPr>
            <p:ph type="title"/>
          </p:nvPr>
        </p:nvSpPr>
        <p:spPr>
          <a:xfrm>
            <a:off x="425196" y="288036"/>
            <a:ext cx="8293379" cy="534924"/>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2" name="Google Shape;112;p21"/>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3" name="Google Shape;113;p21"/>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4" name="Google Shape;114;p21"/>
          <p:cNvSpPr txBox="1">
            <a:spLocks noGrp="1"/>
          </p:cNvSpPr>
          <p:nvPr>
            <p:ph type="sldNum" idx="12"/>
          </p:nvPr>
        </p:nvSpPr>
        <p:spPr>
          <a:xfrm>
            <a:off x="7118375" y="4780027"/>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425196" y="288036"/>
            <a:ext cx="8293379" cy="534924"/>
          </a:xfrm>
          <a:prstGeom prst="rect">
            <a:avLst/>
          </a:prstGeom>
          <a:noFill/>
          <a:ln>
            <a:noFill/>
          </a:ln>
        </p:spPr>
        <p:txBody>
          <a:bodyPr spcFirstLastPara="1" wrap="square" lIns="0" tIns="0" rIns="0" bIns="0" anchor="b" anchorCtr="0">
            <a:normAutofit/>
          </a:bodyPr>
          <a:lstStyle>
            <a:lvl1pPr lvl="0" algn="l">
              <a:spcBef>
                <a:spcPts val="0"/>
              </a:spcBef>
              <a:spcAft>
                <a:spcPts val="0"/>
              </a:spcAft>
              <a:buSzPts val="1100"/>
              <a:buNone/>
              <a:defRPr sz="1500"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7" name="Google Shape;117;p22"/>
          <p:cNvSpPr txBox="1">
            <a:spLocks noGrp="1"/>
          </p:cNvSpPr>
          <p:nvPr>
            <p:ph type="body" idx="1"/>
          </p:nvPr>
        </p:nvSpPr>
        <p:spPr>
          <a:xfrm>
            <a:off x="425196" y="1001268"/>
            <a:ext cx="8293379" cy="3675888"/>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100"/>
              <a:buNone/>
              <a:defRPr sz="2400"/>
            </a:lvl1pPr>
            <a:lvl2pPr marL="914400" lvl="1" indent="-228600" algn="l">
              <a:spcBef>
                <a:spcPts val="0"/>
              </a:spcBef>
              <a:spcAft>
                <a:spcPts val="0"/>
              </a:spcAft>
              <a:buSzPts val="1100"/>
              <a:buNone/>
              <a:defRPr sz="2100"/>
            </a:lvl2pPr>
            <a:lvl3pPr marL="1371600" lvl="2" indent="-228600" algn="l">
              <a:spcBef>
                <a:spcPts val="0"/>
              </a:spcBef>
              <a:spcAft>
                <a:spcPts val="0"/>
              </a:spcAft>
              <a:buSzPts val="1100"/>
              <a:buNone/>
              <a:defRPr sz="1800"/>
            </a:lvl3pPr>
            <a:lvl4pPr marL="1828800" lvl="3" indent="-228600" algn="l">
              <a:spcBef>
                <a:spcPts val="0"/>
              </a:spcBef>
              <a:spcAft>
                <a:spcPts val="0"/>
              </a:spcAft>
              <a:buSzPts val="1100"/>
              <a:buNone/>
              <a:defRPr sz="1500"/>
            </a:lvl4pPr>
            <a:lvl5pPr marL="2286000" lvl="4" indent="-228600" algn="l">
              <a:spcBef>
                <a:spcPts val="0"/>
              </a:spcBef>
              <a:spcAft>
                <a:spcPts val="0"/>
              </a:spcAft>
              <a:buSzPts val="1100"/>
              <a:buNone/>
              <a:defRPr sz="1500"/>
            </a:lvl5pPr>
            <a:lvl6pPr marL="2743200" lvl="5" indent="-228600" algn="l">
              <a:spcBef>
                <a:spcPts val="0"/>
              </a:spcBef>
              <a:spcAft>
                <a:spcPts val="0"/>
              </a:spcAft>
              <a:buSzPts val="1100"/>
              <a:buNone/>
              <a:defRPr sz="1500"/>
            </a:lvl6pPr>
            <a:lvl7pPr marL="3200400" lvl="6" indent="-228600" algn="l">
              <a:spcBef>
                <a:spcPts val="0"/>
              </a:spcBef>
              <a:spcAft>
                <a:spcPts val="0"/>
              </a:spcAft>
              <a:buSzPts val="1100"/>
              <a:buNone/>
              <a:defRPr sz="1500"/>
            </a:lvl7pPr>
            <a:lvl8pPr marL="3657600" lvl="7" indent="-228600" algn="l">
              <a:spcBef>
                <a:spcPts val="0"/>
              </a:spcBef>
              <a:spcAft>
                <a:spcPts val="0"/>
              </a:spcAft>
              <a:buSzPts val="1100"/>
              <a:buNone/>
              <a:defRPr sz="1500"/>
            </a:lvl8pPr>
            <a:lvl9pPr marL="4114800" lvl="8" indent="-228600" algn="l">
              <a:spcBef>
                <a:spcPts val="0"/>
              </a:spcBef>
              <a:spcAft>
                <a:spcPts val="0"/>
              </a:spcAft>
              <a:buSzPts val="1100"/>
              <a:buNone/>
              <a:defRPr sz="1500"/>
            </a:lvl9pPr>
          </a:lstStyle>
          <a:p>
            <a:endParaRPr/>
          </a:p>
        </p:txBody>
      </p:sp>
      <p:sp>
        <p:nvSpPr>
          <p:cNvPr id="118" name="Google Shape;118;p22"/>
          <p:cNvSpPr txBox="1">
            <a:spLocks noGrp="1"/>
          </p:cNvSpPr>
          <p:nvPr>
            <p:ph type="body" idx="2"/>
          </p:nvPr>
        </p:nvSpPr>
        <p:spPr>
          <a:xfrm>
            <a:off x="342900" y="1076325"/>
            <a:ext cx="2256235" cy="3518297"/>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Clr>
                <a:srgbClr val="2B2B2B"/>
              </a:buClr>
              <a:buSzPts val="1100"/>
              <a:buFont typeface="Trebuchet MS"/>
              <a:buNone/>
              <a:defRPr sz="1100"/>
            </a:lvl1pPr>
            <a:lvl2pPr marL="914400" lvl="1" indent="-228600" algn="l">
              <a:spcBef>
                <a:spcPts val="0"/>
              </a:spcBef>
              <a:spcAft>
                <a:spcPts val="0"/>
              </a:spcAft>
              <a:buClr>
                <a:srgbClr val="6B6660"/>
              </a:buClr>
              <a:buSzPts val="900"/>
              <a:buFont typeface="Trebuchet MS"/>
              <a:buNone/>
              <a:defRPr sz="900"/>
            </a:lvl2pPr>
            <a:lvl3pPr marL="1371600" lvl="2" indent="-228600" algn="l">
              <a:spcBef>
                <a:spcPts val="0"/>
              </a:spcBef>
              <a:spcAft>
                <a:spcPts val="0"/>
              </a:spcAft>
              <a:buClr>
                <a:srgbClr val="6B6660"/>
              </a:buClr>
              <a:buSzPts val="800"/>
              <a:buFont typeface="Trebuchet MS"/>
              <a:buNone/>
              <a:defRPr sz="800"/>
            </a:lvl3pPr>
            <a:lvl4pPr marL="1828800" lvl="3" indent="-228600" algn="l">
              <a:spcBef>
                <a:spcPts val="0"/>
              </a:spcBef>
              <a:spcAft>
                <a:spcPts val="0"/>
              </a:spcAft>
              <a:buClr>
                <a:srgbClr val="6B6660"/>
              </a:buClr>
              <a:buSzPts val="700"/>
              <a:buFont typeface="Trebuchet MS"/>
              <a:buNone/>
              <a:defRPr sz="700"/>
            </a:lvl4pPr>
            <a:lvl5pPr marL="2286000" lvl="4" indent="-228600" algn="l">
              <a:spcBef>
                <a:spcPts val="0"/>
              </a:spcBef>
              <a:spcAft>
                <a:spcPts val="0"/>
              </a:spcAft>
              <a:buClr>
                <a:srgbClr val="6B6660"/>
              </a:buClr>
              <a:buSzPts val="700"/>
              <a:buFont typeface="Trebuchet MS"/>
              <a:buNone/>
              <a:defRPr sz="700"/>
            </a:lvl5pPr>
            <a:lvl6pPr marL="2743200" lvl="5" indent="-228600" algn="l">
              <a:spcBef>
                <a:spcPts val="0"/>
              </a:spcBef>
              <a:spcAft>
                <a:spcPts val="0"/>
              </a:spcAft>
              <a:buClr>
                <a:srgbClr val="6B6660"/>
              </a:buClr>
              <a:buSzPts val="700"/>
              <a:buFont typeface="Trebuchet MS"/>
              <a:buNone/>
              <a:defRPr sz="700"/>
            </a:lvl6pPr>
            <a:lvl7pPr marL="3200400" lvl="6" indent="-228600" algn="l">
              <a:spcBef>
                <a:spcPts val="0"/>
              </a:spcBef>
              <a:spcAft>
                <a:spcPts val="0"/>
              </a:spcAft>
              <a:buClr>
                <a:srgbClr val="6B6660"/>
              </a:buClr>
              <a:buSzPts val="700"/>
              <a:buFont typeface="Trebuchet MS"/>
              <a:buNone/>
              <a:defRPr sz="700"/>
            </a:lvl7pPr>
            <a:lvl8pPr marL="3657600" lvl="7" indent="-228600" algn="l">
              <a:spcBef>
                <a:spcPts val="0"/>
              </a:spcBef>
              <a:spcAft>
                <a:spcPts val="0"/>
              </a:spcAft>
              <a:buClr>
                <a:srgbClr val="6B6660"/>
              </a:buClr>
              <a:buSzPts val="700"/>
              <a:buFont typeface="Trebuchet MS"/>
              <a:buNone/>
              <a:defRPr sz="700"/>
            </a:lvl8pPr>
            <a:lvl9pPr marL="4114800" lvl="8" indent="-228600" algn="l">
              <a:spcBef>
                <a:spcPts val="0"/>
              </a:spcBef>
              <a:spcAft>
                <a:spcPts val="0"/>
              </a:spcAft>
              <a:buClr>
                <a:srgbClr val="6B6660"/>
              </a:buClr>
              <a:buSzPts val="700"/>
              <a:buFont typeface="Trebuchet MS"/>
              <a:buNone/>
              <a:defRPr sz="700"/>
            </a:lvl9pPr>
          </a:lstStyle>
          <a:p>
            <a:endParaRPr/>
          </a:p>
        </p:txBody>
      </p:sp>
      <p:sp>
        <p:nvSpPr>
          <p:cNvPr id="119" name="Google Shape;119;p22"/>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0" name="Google Shape;120;p22"/>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1" name="Google Shape;121;p22"/>
          <p:cNvSpPr txBox="1">
            <a:spLocks noGrp="1"/>
          </p:cNvSpPr>
          <p:nvPr>
            <p:ph type="sldNum" idx="12"/>
          </p:nvPr>
        </p:nvSpPr>
        <p:spPr>
          <a:xfrm>
            <a:off x="7118375" y="4780027"/>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22"/>
        <p:cNvGrpSpPr/>
        <p:nvPr/>
      </p:nvGrpSpPr>
      <p:grpSpPr>
        <a:xfrm>
          <a:off x="0" y="0"/>
          <a:ext cx="0" cy="0"/>
          <a:chOff x="0" y="0"/>
          <a:chExt cx="0" cy="0"/>
        </a:xfrm>
      </p:grpSpPr>
      <p:sp>
        <p:nvSpPr>
          <p:cNvPr id="123" name="Google Shape;123;p23"/>
          <p:cNvSpPr txBox="1">
            <a:spLocks noGrp="1"/>
          </p:cNvSpPr>
          <p:nvPr>
            <p:ph type="title"/>
          </p:nvPr>
        </p:nvSpPr>
        <p:spPr>
          <a:xfrm>
            <a:off x="425196" y="288036"/>
            <a:ext cx="8293379" cy="534924"/>
          </a:xfrm>
          <a:prstGeom prst="rect">
            <a:avLst/>
          </a:prstGeom>
          <a:noFill/>
          <a:ln>
            <a:noFill/>
          </a:ln>
        </p:spPr>
        <p:txBody>
          <a:bodyPr spcFirstLastPara="1" wrap="square" lIns="0" tIns="0" rIns="0" bIns="0" anchor="b" anchorCtr="0">
            <a:normAutofit/>
          </a:bodyPr>
          <a:lstStyle>
            <a:lvl1pPr lvl="0" algn="l">
              <a:spcBef>
                <a:spcPts val="0"/>
              </a:spcBef>
              <a:spcAft>
                <a:spcPts val="0"/>
              </a:spcAft>
              <a:buSzPts val="1100"/>
              <a:buNone/>
              <a:defRPr sz="1500"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4" name="Google Shape;124;p23"/>
          <p:cNvSpPr>
            <a:spLocks noGrp="1"/>
          </p:cNvSpPr>
          <p:nvPr>
            <p:ph type="pic" idx="2"/>
          </p:nvPr>
        </p:nvSpPr>
        <p:spPr>
          <a:xfrm>
            <a:off x="1344216" y="459581"/>
            <a:ext cx="4114800" cy="3086100"/>
          </a:xfrm>
          <a:prstGeom prst="rect">
            <a:avLst/>
          </a:prstGeom>
          <a:noFill/>
          <a:ln>
            <a:noFill/>
          </a:ln>
        </p:spPr>
      </p:sp>
      <p:sp>
        <p:nvSpPr>
          <p:cNvPr id="125" name="Google Shape;125;p23"/>
          <p:cNvSpPr txBox="1">
            <a:spLocks noGrp="1"/>
          </p:cNvSpPr>
          <p:nvPr>
            <p:ph type="body" idx="1"/>
          </p:nvPr>
        </p:nvSpPr>
        <p:spPr>
          <a:xfrm>
            <a:off x="1344216" y="4025503"/>
            <a:ext cx="4114800" cy="603647"/>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Clr>
                <a:srgbClr val="2B2B2B"/>
              </a:buClr>
              <a:buSzPts val="1100"/>
              <a:buFont typeface="Trebuchet MS"/>
              <a:buNone/>
              <a:defRPr sz="1100"/>
            </a:lvl1pPr>
            <a:lvl2pPr marL="914400" lvl="1" indent="-228600" algn="l">
              <a:spcBef>
                <a:spcPts val="0"/>
              </a:spcBef>
              <a:spcAft>
                <a:spcPts val="0"/>
              </a:spcAft>
              <a:buClr>
                <a:srgbClr val="6B6660"/>
              </a:buClr>
              <a:buSzPts val="900"/>
              <a:buFont typeface="Trebuchet MS"/>
              <a:buNone/>
              <a:defRPr sz="900"/>
            </a:lvl2pPr>
            <a:lvl3pPr marL="1371600" lvl="2" indent="-228600" algn="l">
              <a:spcBef>
                <a:spcPts val="0"/>
              </a:spcBef>
              <a:spcAft>
                <a:spcPts val="0"/>
              </a:spcAft>
              <a:buClr>
                <a:srgbClr val="6B6660"/>
              </a:buClr>
              <a:buSzPts val="800"/>
              <a:buFont typeface="Trebuchet MS"/>
              <a:buNone/>
              <a:defRPr sz="800"/>
            </a:lvl3pPr>
            <a:lvl4pPr marL="1828800" lvl="3" indent="-228600" algn="l">
              <a:spcBef>
                <a:spcPts val="0"/>
              </a:spcBef>
              <a:spcAft>
                <a:spcPts val="0"/>
              </a:spcAft>
              <a:buClr>
                <a:srgbClr val="6B6660"/>
              </a:buClr>
              <a:buSzPts val="700"/>
              <a:buFont typeface="Trebuchet MS"/>
              <a:buNone/>
              <a:defRPr sz="700"/>
            </a:lvl4pPr>
            <a:lvl5pPr marL="2286000" lvl="4" indent="-228600" algn="l">
              <a:spcBef>
                <a:spcPts val="0"/>
              </a:spcBef>
              <a:spcAft>
                <a:spcPts val="0"/>
              </a:spcAft>
              <a:buClr>
                <a:srgbClr val="6B6660"/>
              </a:buClr>
              <a:buSzPts val="700"/>
              <a:buFont typeface="Trebuchet MS"/>
              <a:buNone/>
              <a:defRPr sz="700"/>
            </a:lvl5pPr>
            <a:lvl6pPr marL="2743200" lvl="5" indent="-228600" algn="l">
              <a:spcBef>
                <a:spcPts val="0"/>
              </a:spcBef>
              <a:spcAft>
                <a:spcPts val="0"/>
              </a:spcAft>
              <a:buClr>
                <a:srgbClr val="6B6660"/>
              </a:buClr>
              <a:buSzPts val="700"/>
              <a:buFont typeface="Trebuchet MS"/>
              <a:buNone/>
              <a:defRPr sz="700"/>
            </a:lvl6pPr>
            <a:lvl7pPr marL="3200400" lvl="6" indent="-228600" algn="l">
              <a:spcBef>
                <a:spcPts val="0"/>
              </a:spcBef>
              <a:spcAft>
                <a:spcPts val="0"/>
              </a:spcAft>
              <a:buClr>
                <a:srgbClr val="6B6660"/>
              </a:buClr>
              <a:buSzPts val="700"/>
              <a:buFont typeface="Trebuchet MS"/>
              <a:buNone/>
              <a:defRPr sz="700"/>
            </a:lvl7pPr>
            <a:lvl8pPr marL="3657600" lvl="7" indent="-228600" algn="l">
              <a:spcBef>
                <a:spcPts val="0"/>
              </a:spcBef>
              <a:spcAft>
                <a:spcPts val="0"/>
              </a:spcAft>
              <a:buClr>
                <a:srgbClr val="6B6660"/>
              </a:buClr>
              <a:buSzPts val="700"/>
              <a:buFont typeface="Trebuchet MS"/>
              <a:buNone/>
              <a:defRPr sz="700"/>
            </a:lvl8pPr>
            <a:lvl9pPr marL="4114800" lvl="8" indent="-228600" algn="l">
              <a:spcBef>
                <a:spcPts val="0"/>
              </a:spcBef>
              <a:spcAft>
                <a:spcPts val="0"/>
              </a:spcAft>
              <a:buClr>
                <a:srgbClr val="6B6660"/>
              </a:buClr>
              <a:buSzPts val="700"/>
              <a:buFont typeface="Trebuchet MS"/>
              <a:buNone/>
              <a:defRPr sz="700"/>
            </a:lvl9pPr>
          </a:lstStyle>
          <a:p>
            <a:endParaRPr/>
          </a:p>
        </p:txBody>
      </p:sp>
      <p:sp>
        <p:nvSpPr>
          <p:cNvPr id="126" name="Google Shape;126;p23"/>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7" name="Google Shape;127;p23"/>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8" name="Google Shape;128;p23"/>
          <p:cNvSpPr txBox="1">
            <a:spLocks noGrp="1"/>
          </p:cNvSpPr>
          <p:nvPr>
            <p:ph type="sldNum" idx="12"/>
          </p:nvPr>
        </p:nvSpPr>
        <p:spPr>
          <a:xfrm>
            <a:off x="7118375" y="4780027"/>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9"/>
        <p:cNvGrpSpPr/>
        <p:nvPr/>
      </p:nvGrpSpPr>
      <p:grpSpPr>
        <a:xfrm>
          <a:off x="0" y="0"/>
          <a:ext cx="0" cy="0"/>
          <a:chOff x="0" y="0"/>
          <a:chExt cx="0" cy="0"/>
        </a:xfrm>
      </p:grpSpPr>
      <p:sp>
        <p:nvSpPr>
          <p:cNvPr id="130" name="Google Shape;130;p24"/>
          <p:cNvSpPr txBox="1">
            <a:spLocks noGrp="1"/>
          </p:cNvSpPr>
          <p:nvPr>
            <p:ph type="title"/>
          </p:nvPr>
        </p:nvSpPr>
        <p:spPr>
          <a:xfrm>
            <a:off x="425196" y="288036"/>
            <a:ext cx="8293379" cy="534924"/>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1" name="Google Shape;131;p24"/>
          <p:cNvSpPr txBox="1">
            <a:spLocks noGrp="1"/>
          </p:cNvSpPr>
          <p:nvPr>
            <p:ph type="body" idx="1"/>
          </p:nvPr>
        </p:nvSpPr>
        <p:spPr>
          <a:xfrm rot="5400000">
            <a:off x="2733942" y="-1307478"/>
            <a:ext cx="3675888" cy="8293379"/>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100"/>
              <a:buNone/>
              <a:defRPr/>
            </a:lvl1pPr>
            <a:lvl2pPr marL="914400" lvl="1" indent="-228600" algn="l">
              <a:spcBef>
                <a:spcPts val="0"/>
              </a:spcBef>
              <a:spcAft>
                <a:spcPts val="0"/>
              </a:spcAft>
              <a:buSzPts val="1100"/>
              <a:buNone/>
              <a:defRPr/>
            </a:lvl2pPr>
            <a:lvl3pPr marL="1371600" lvl="2" indent="-228600" algn="l">
              <a:spcBef>
                <a:spcPts val="0"/>
              </a:spcBef>
              <a:spcAft>
                <a:spcPts val="0"/>
              </a:spcAft>
              <a:buSzPts val="1100"/>
              <a:buNone/>
              <a:defRPr/>
            </a:lvl3pPr>
            <a:lvl4pPr marL="1828800" lvl="3" indent="-228600" algn="l">
              <a:spcBef>
                <a:spcPts val="0"/>
              </a:spcBef>
              <a:spcAft>
                <a:spcPts val="0"/>
              </a:spcAft>
              <a:buSzPts val="1100"/>
              <a:buNone/>
              <a:defRPr/>
            </a:lvl4pPr>
            <a:lvl5pPr marL="2286000" lvl="4" indent="-228600" algn="l">
              <a:spcBef>
                <a:spcPts val="0"/>
              </a:spcBef>
              <a:spcAft>
                <a:spcPts val="0"/>
              </a:spcAft>
              <a:buSzPts val="1100"/>
              <a:buNone/>
              <a:defRPr/>
            </a:lvl5pPr>
            <a:lvl6pPr marL="2743200" lvl="5" indent="-228600" algn="l">
              <a:spcBef>
                <a:spcPts val="0"/>
              </a:spcBef>
              <a:spcAft>
                <a:spcPts val="0"/>
              </a:spcAft>
              <a:buSzPts val="1100"/>
              <a:buNone/>
              <a:defRPr/>
            </a:lvl6pPr>
            <a:lvl7pPr marL="3200400" lvl="6" indent="-228600" algn="l">
              <a:spcBef>
                <a:spcPts val="0"/>
              </a:spcBef>
              <a:spcAft>
                <a:spcPts val="0"/>
              </a:spcAft>
              <a:buSzPts val="1100"/>
              <a:buNone/>
              <a:defRPr/>
            </a:lvl7pPr>
            <a:lvl8pPr marL="3657600" lvl="7" indent="-228600" algn="l">
              <a:spcBef>
                <a:spcPts val="0"/>
              </a:spcBef>
              <a:spcAft>
                <a:spcPts val="0"/>
              </a:spcAft>
              <a:buSzPts val="1100"/>
              <a:buNone/>
              <a:defRPr/>
            </a:lvl8pPr>
            <a:lvl9pPr marL="4114800" lvl="8" indent="-228600" algn="l">
              <a:spcBef>
                <a:spcPts val="0"/>
              </a:spcBef>
              <a:spcAft>
                <a:spcPts val="0"/>
              </a:spcAft>
              <a:buSzPts val="1100"/>
              <a:buNone/>
              <a:defRPr/>
            </a:lvl9pPr>
          </a:lstStyle>
          <a:p>
            <a:endParaRPr/>
          </a:p>
        </p:txBody>
      </p:sp>
      <p:sp>
        <p:nvSpPr>
          <p:cNvPr id="132" name="Google Shape;132;p24"/>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3" name="Google Shape;133;p24"/>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4" name="Google Shape;134;p24"/>
          <p:cNvSpPr txBox="1">
            <a:spLocks noGrp="1"/>
          </p:cNvSpPr>
          <p:nvPr>
            <p:ph type="sldNum" idx="12"/>
          </p:nvPr>
        </p:nvSpPr>
        <p:spPr>
          <a:xfrm>
            <a:off x="7118375" y="4780027"/>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5"/>
        <p:cNvGrpSpPr/>
        <p:nvPr/>
      </p:nvGrpSpPr>
      <p:grpSpPr>
        <a:xfrm>
          <a:off x="0" y="0"/>
          <a:ext cx="0" cy="0"/>
          <a:chOff x="0" y="0"/>
          <a:chExt cx="0" cy="0"/>
        </a:xfrm>
      </p:grpSpPr>
      <p:sp>
        <p:nvSpPr>
          <p:cNvPr id="136" name="Google Shape;136;p25"/>
          <p:cNvSpPr txBox="1">
            <a:spLocks noGrp="1"/>
          </p:cNvSpPr>
          <p:nvPr>
            <p:ph type="title"/>
          </p:nvPr>
        </p:nvSpPr>
        <p:spPr>
          <a:xfrm rot="5400000">
            <a:off x="4304424" y="-3591192"/>
            <a:ext cx="534924" cy="8293379"/>
          </a:xfrm>
          <a:prstGeom prst="rect">
            <a:avLst/>
          </a:prstGeom>
          <a:noFill/>
          <a:ln>
            <a:noFill/>
          </a:ln>
        </p:spPr>
        <p:txBody>
          <a:bodyPr spcFirstLastPara="1" wrap="square" lIns="0" tIns="0" rIns="0" bIns="0" anchor="ctr" anchorCtr="0">
            <a:normAutofit/>
          </a:bodyPr>
          <a:lstStyle>
            <a:lvl1pPr lvl="0" algn="l">
              <a:spcBef>
                <a:spcPts val="0"/>
              </a:spcBef>
              <a:spcAft>
                <a:spcPts val="0"/>
              </a:spcAft>
              <a:buSzPts val="1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7" name="Google Shape;137;p25"/>
          <p:cNvSpPr txBox="1">
            <a:spLocks noGrp="1"/>
          </p:cNvSpPr>
          <p:nvPr>
            <p:ph type="body" idx="1"/>
          </p:nvPr>
        </p:nvSpPr>
        <p:spPr>
          <a:xfrm rot="5400000">
            <a:off x="406003" y="142875"/>
            <a:ext cx="4388644" cy="45148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100"/>
              <a:buNone/>
              <a:defRPr/>
            </a:lvl1pPr>
            <a:lvl2pPr marL="914400" lvl="1" indent="-228600" algn="l">
              <a:spcBef>
                <a:spcPts val="0"/>
              </a:spcBef>
              <a:spcAft>
                <a:spcPts val="0"/>
              </a:spcAft>
              <a:buSzPts val="1100"/>
              <a:buNone/>
              <a:defRPr/>
            </a:lvl2pPr>
            <a:lvl3pPr marL="1371600" lvl="2" indent="-228600" algn="l">
              <a:spcBef>
                <a:spcPts val="0"/>
              </a:spcBef>
              <a:spcAft>
                <a:spcPts val="0"/>
              </a:spcAft>
              <a:buSzPts val="1100"/>
              <a:buNone/>
              <a:defRPr/>
            </a:lvl3pPr>
            <a:lvl4pPr marL="1828800" lvl="3" indent="-228600" algn="l">
              <a:spcBef>
                <a:spcPts val="0"/>
              </a:spcBef>
              <a:spcAft>
                <a:spcPts val="0"/>
              </a:spcAft>
              <a:buSzPts val="1100"/>
              <a:buNone/>
              <a:defRPr/>
            </a:lvl4pPr>
            <a:lvl5pPr marL="2286000" lvl="4" indent="-228600" algn="l">
              <a:spcBef>
                <a:spcPts val="0"/>
              </a:spcBef>
              <a:spcAft>
                <a:spcPts val="0"/>
              </a:spcAft>
              <a:buSzPts val="1100"/>
              <a:buNone/>
              <a:defRPr/>
            </a:lvl5pPr>
            <a:lvl6pPr marL="2743200" lvl="5" indent="-228600" algn="l">
              <a:spcBef>
                <a:spcPts val="0"/>
              </a:spcBef>
              <a:spcAft>
                <a:spcPts val="0"/>
              </a:spcAft>
              <a:buSzPts val="1100"/>
              <a:buNone/>
              <a:defRPr/>
            </a:lvl6pPr>
            <a:lvl7pPr marL="3200400" lvl="6" indent="-228600" algn="l">
              <a:spcBef>
                <a:spcPts val="0"/>
              </a:spcBef>
              <a:spcAft>
                <a:spcPts val="0"/>
              </a:spcAft>
              <a:buSzPts val="1100"/>
              <a:buNone/>
              <a:defRPr/>
            </a:lvl7pPr>
            <a:lvl8pPr marL="3657600" lvl="7" indent="-228600" algn="l">
              <a:spcBef>
                <a:spcPts val="0"/>
              </a:spcBef>
              <a:spcAft>
                <a:spcPts val="0"/>
              </a:spcAft>
              <a:buSzPts val="1100"/>
              <a:buNone/>
              <a:defRPr/>
            </a:lvl8pPr>
            <a:lvl9pPr marL="4114800" lvl="8" indent="-228600" algn="l">
              <a:spcBef>
                <a:spcPts val="0"/>
              </a:spcBef>
              <a:spcAft>
                <a:spcPts val="0"/>
              </a:spcAft>
              <a:buSzPts val="1100"/>
              <a:buNone/>
              <a:defRPr/>
            </a:lvl9pPr>
          </a:lstStyle>
          <a:p>
            <a:endParaRPr/>
          </a:p>
        </p:txBody>
      </p:sp>
      <p:sp>
        <p:nvSpPr>
          <p:cNvPr id="138" name="Google Shape;138;p25"/>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9" name="Google Shape;139;p25"/>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0" name="Google Shape;140;p25"/>
          <p:cNvSpPr txBox="1">
            <a:spLocks noGrp="1"/>
          </p:cNvSpPr>
          <p:nvPr>
            <p:ph type="sldNum" idx="12"/>
          </p:nvPr>
        </p:nvSpPr>
        <p:spPr>
          <a:xfrm>
            <a:off x="7118375" y="4780027"/>
            <a:ext cx="16002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25196" y="288036"/>
            <a:ext cx="8293379" cy="534924"/>
          </a:xfrm>
          <a:prstGeom prst="rect">
            <a:avLst/>
          </a:prstGeom>
          <a:noFill/>
          <a:ln>
            <a:noFill/>
          </a:ln>
        </p:spPr>
        <p:txBody>
          <a:bodyPr spcFirstLastPara="1" wrap="square" lIns="0" tIns="0" rIns="0" bIns="0" anchor="ctr" anchorCtr="0">
            <a:normAutofit/>
          </a:bodyPr>
          <a:lstStyle>
            <a:lvl1pPr marR="0" lvl="0" algn="l" rtl="0">
              <a:spcBef>
                <a:spcPts val="0"/>
              </a:spcBef>
              <a:spcAft>
                <a:spcPts val="0"/>
              </a:spcAft>
              <a:buSzPts val="1100"/>
              <a:buNone/>
              <a:defRPr sz="2100" b="1" i="0" u="none" strike="noStrike" cap="none">
                <a:solidFill>
                  <a:srgbClr val="16323F"/>
                </a:solidFill>
                <a:latin typeface="Trebuchet MS"/>
                <a:ea typeface="Trebuchet MS"/>
                <a:cs typeface="Trebuchet MS"/>
                <a:sym typeface="Trebuchet MS"/>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425196" y="1001268"/>
            <a:ext cx="8293379" cy="3675888"/>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100"/>
              <a:buNone/>
              <a:defRPr sz="1200" b="0" i="0" u="none" strike="noStrike" cap="none">
                <a:solidFill>
                  <a:srgbClr val="2B2B2B"/>
                </a:solidFill>
                <a:latin typeface="Trebuchet MS"/>
                <a:ea typeface="Trebuchet MS"/>
                <a:cs typeface="Trebuchet MS"/>
                <a:sym typeface="Trebuchet MS"/>
              </a:defRPr>
            </a:lvl1pPr>
            <a:lvl2pPr marL="914400" marR="0" lvl="1" indent="-228600" algn="l" rtl="0">
              <a:spcBef>
                <a:spcPts val="0"/>
              </a:spcBef>
              <a:spcAft>
                <a:spcPts val="0"/>
              </a:spcAft>
              <a:buSzPts val="1100"/>
              <a:buNone/>
              <a:defRPr sz="1100" b="0" i="0" u="none" strike="noStrike" cap="none">
                <a:solidFill>
                  <a:srgbClr val="6B6660"/>
                </a:solidFill>
                <a:latin typeface="Trebuchet MS"/>
                <a:ea typeface="Trebuchet MS"/>
                <a:cs typeface="Trebuchet MS"/>
                <a:sym typeface="Trebuchet MS"/>
              </a:defRPr>
            </a:lvl2pPr>
            <a:lvl3pPr marL="1371600" marR="0" lvl="2" indent="-228600" algn="l" rtl="0">
              <a:spcBef>
                <a:spcPts val="0"/>
              </a:spcBef>
              <a:spcAft>
                <a:spcPts val="0"/>
              </a:spcAft>
              <a:buSzPts val="1100"/>
              <a:buNone/>
              <a:defRPr sz="1100" b="0" i="0" u="none" strike="noStrike" cap="none">
                <a:solidFill>
                  <a:srgbClr val="6B6660"/>
                </a:solidFill>
                <a:latin typeface="Trebuchet MS"/>
                <a:ea typeface="Trebuchet MS"/>
                <a:cs typeface="Trebuchet MS"/>
                <a:sym typeface="Trebuchet MS"/>
              </a:defRPr>
            </a:lvl3pPr>
            <a:lvl4pPr marL="1828800" marR="0" lvl="3" indent="-228600" algn="l" rtl="0">
              <a:spcBef>
                <a:spcPts val="0"/>
              </a:spcBef>
              <a:spcAft>
                <a:spcPts val="0"/>
              </a:spcAft>
              <a:buSzPts val="1100"/>
              <a:buNone/>
              <a:defRPr sz="1000" b="0" i="0" u="none" strike="noStrike" cap="none">
                <a:solidFill>
                  <a:srgbClr val="6B6660"/>
                </a:solidFill>
                <a:latin typeface="Trebuchet MS"/>
                <a:ea typeface="Trebuchet MS"/>
                <a:cs typeface="Trebuchet MS"/>
                <a:sym typeface="Trebuchet MS"/>
              </a:defRPr>
            </a:lvl4pPr>
            <a:lvl5pPr marL="2286000" marR="0" lvl="4" indent="-228600" algn="l" rtl="0">
              <a:spcBef>
                <a:spcPts val="0"/>
              </a:spcBef>
              <a:spcAft>
                <a:spcPts val="0"/>
              </a:spcAft>
              <a:buSzPts val="1100"/>
              <a:buNone/>
              <a:defRPr sz="900" b="0" i="0" u="none" strike="noStrike" cap="none">
                <a:solidFill>
                  <a:srgbClr val="6B6660"/>
                </a:solidFill>
                <a:latin typeface="Trebuchet MS"/>
                <a:ea typeface="Trebuchet MS"/>
                <a:cs typeface="Trebuchet MS"/>
                <a:sym typeface="Trebuchet MS"/>
              </a:defRPr>
            </a:lvl5pPr>
            <a:lvl6pPr marL="2743200" marR="0" lvl="5" indent="-228600" algn="l" rtl="0">
              <a:spcBef>
                <a:spcPts val="0"/>
              </a:spcBef>
              <a:spcAft>
                <a:spcPts val="0"/>
              </a:spcAft>
              <a:buSzPts val="1100"/>
              <a:buNone/>
              <a:defRPr sz="900" b="0" i="0" u="none" strike="noStrike" cap="none">
                <a:solidFill>
                  <a:srgbClr val="6B6660"/>
                </a:solidFill>
                <a:latin typeface="Trebuchet MS"/>
                <a:ea typeface="Trebuchet MS"/>
                <a:cs typeface="Trebuchet MS"/>
                <a:sym typeface="Trebuchet MS"/>
              </a:defRPr>
            </a:lvl6pPr>
            <a:lvl7pPr marL="3200400" marR="0" lvl="6" indent="-228600" algn="l" rtl="0">
              <a:spcBef>
                <a:spcPts val="0"/>
              </a:spcBef>
              <a:spcAft>
                <a:spcPts val="0"/>
              </a:spcAft>
              <a:buSzPts val="1100"/>
              <a:buNone/>
              <a:defRPr sz="900" b="0" i="0" u="none" strike="noStrike" cap="none">
                <a:solidFill>
                  <a:srgbClr val="6B6660"/>
                </a:solidFill>
                <a:latin typeface="Trebuchet MS"/>
                <a:ea typeface="Trebuchet MS"/>
                <a:cs typeface="Trebuchet MS"/>
                <a:sym typeface="Trebuchet MS"/>
              </a:defRPr>
            </a:lvl7pPr>
            <a:lvl8pPr marL="3657600" marR="0" lvl="7" indent="-228600" algn="l" rtl="0">
              <a:spcBef>
                <a:spcPts val="0"/>
              </a:spcBef>
              <a:spcAft>
                <a:spcPts val="0"/>
              </a:spcAft>
              <a:buSzPts val="1100"/>
              <a:buNone/>
              <a:defRPr sz="900" b="0" i="0" u="none" strike="noStrike" cap="none">
                <a:solidFill>
                  <a:srgbClr val="6B6660"/>
                </a:solidFill>
                <a:latin typeface="Trebuchet MS"/>
                <a:ea typeface="Trebuchet MS"/>
                <a:cs typeface="Trebuchet MS"/>
                <a:sym typeface="Trebuchet MS"/>
              </a:defRPr>
            </a:lvl8pPr>
            <a:lvl9pPr marL="4114800" marR="0" lvl="8" indent="-228600" algn="l" rtl="0">
              <a:spcBef>
                <a:spcPts val="0"/>
              </a:spcBef>
              <a:spcAft>
                <a:spcPts val="0"/>
              </a:spcAft>
              <a:buSzPts val="1100"/>
              <a:buNone/>
              <a:defRPr sz="900" b="0" i="0" u="none" strike="noStrike" cap="none">
                <a:solidFill>
                  <a:srgbClr val="6B6660"/>
                </a:solidFill>
                <a:latin typeface="Trebuchet MS"/>
                <a:ea typeface="Trebuchet MS"/>
                <a:cs typeface="Trebuchet MS"/>
                <a:sym typeface="Trebuchet MS"/>
              </a:defRPr>
            </a:lvl9pPr>
          </a:lstStyle>
          <a:p>
            <a:endParaRPr/>
          </a:p>
        </p:txBody>
      </p:sp>
      <p:sp>
        <p:nvSpPr>
          <p:cNvPr id="53" name="Google Shape;53;p13"/>
          <p:cNvSpPr txBox="1">
            <a:spLocks noGrp="1"/>
          </p:cNvSpPr>
          <p:nvPr>
            <p:ph type="dt" idx="10"/>
          </p:nvPr>
        </p:nvSpPr>
        <p:spPr>
          <a:xfrm>
            <a:off x="342900" y="4767263"/>
            <a:ext cx="16002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B8B8B"/>
                </a:solidFill>
                <a:latin typeface="Trebuchet MS"/>
                <a:ea typeface="Trebuchet MS"/>
                <a:cs typeface="Trebuchet MS"/>
                <a:sym typeface="Trebuchet MS"/>
              </a:defRPr>
            </a:lvl1pPr>
            <a:lvl2pPr marR="0" lvl="1" algn="l" rtl="0">
              <a:spcBef>
                <a:spcPts val="0"/>
              </a:spcBef>
              <a:spcAft>
                <a:spcPts val="0"/>
              </a:spcAft>
              <a:buSzPts val="1100"/>
              <a:buNone/>
              <a:defRPr sz="14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100"/>
              <a:buNone/>
              <a:defRPr sz="14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100"/>
              <a:buNone/>
              <a:defRPr sz="14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100"/>
              <a:buNone/>
              <a:defRPr sz="14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100"/>
              <a:buNone/>
              <a:defRPr sz="14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100"/>
              <a:buNone/>
              <a:defRPr sz="14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100"/>
              <a:buNone/>
              <a:defRPr sz="14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100"/>
              <a:buNone/>
              <a:defRPr sz="1400" b="0" i="0" u="none" strike="noStrike" cap="none">
                <a:solidFill>
                  <a:schemeClr val="dk1"/>
                </a:solidFill>
                <a:latin typeface="Trebuchet MS"/>
                <a:ea typeface="Trebuchet MS"/>
                <a:cs typeface="Trebuchet MS"/>
                <a:sym typeface="Trebuchet MS"/>
              </a:defRPr>
            </a:lvl9pPr>
          </a:lstStyle>
          <a:p>
            <a:endParaRPr/>
          </a:p>
        </p:txBody>
      </p:sp>
      <p:sp>
        <p:nvSpPr>
          <p:cNvPr id="54" name="Google Shape;54;p13"/>
          <p:cNvSpPr txBox="1">
            <a:spLocks noGrp="1"/>
          </p:cNvSpPr>
          <p:nvPr>
            <p:ph type="ftr" idx="11"/>
          </p:nvPr>
        </p:nvSpPr>
        <p:spPr>
          <a:xfrm>
            <a:off x="2343150" y="4767263"/>
            <a:ext cx="21717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B8B8B"/>
                </a:solidFill>
                <a:latin typeface="Trebuchet MS"/>
                <a:ea typeface="Trebuchet MS"/>
                <a:cs typeface="Trebuchet MS"/>
                <a:sym typeface="Trebuchet MS"/>
              </a:defRPr>
            </a:lvl1pPr>
            <a:lvl2pPr marR="0" lvl="1" algn="l" rtl="0">
              <a:spcBef>
                <a:spcPts val="0"/>
              </a:spcBef>
              <a:spcAft>
                <a:spcPts val="0"/>
              </a:spcAft>
              <a:buSzPts val="1100"/>
              <a:buNone/>
              <a:defRPr sz="14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100"/>
              <a:buNone/>
              <a:defRPr sz="14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100"/>
              <a:buNone/>
              <a:defRPr sz="14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100"/>
              <a:buNone/>
              <a:defRPr sz="14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100"/>
              <a:buNone/>
              <a:defRPr sz="14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100"/>
              <a:buNone/>
              <a:defRPr sz="14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100"/>
              <a:buNone/>
              <a:defRPr sz="14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100"/>
              <a:buNone/>
              <a:defRPr sz="1400" b="0" i="0" u="none" strike="noStrike" cap="none">
                <a:solidFill>
                  <a:schemeClr val="dk1"/>
                </a:solidFill>
                <a:latin typeface="Trebuchet MS"/>
                <a:ea typeface="Trebuchet MS"/>
                <a:cs typeface="Trebuchet MS"/>
                <a:sym typeface="Trebuchet MS"/>
              </a:defRPr>
            </a:lvl9pPr>
          </a:lstStyle>
          <a:p>
            <a:endParaRPr/>
          </a:p>
        </p:txBody>
      </p:sp>
      <p:sp>
        <p:nvSpPr>
          <p:cNvPr id="55" name="Google Shape;55;p13"/>
          <p:cNvSpPr txBox="1">
            <a:spLocks noGrp="1"/>
          </p:cNvSpPr>
          <p:nvPr>
            <p:ph type="sldNum" idx="12"/>
          </p:nvPr>
        </p:nvSpPr>
        <p:spPr>
          <a:xfrm>
            <a:off x="7118375" y="4780027"/>
            <a:ext cx="16002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B8B8B"/>
                </a:solidFill>
                <a:latin typeface="Trebuchet MS"/>
                <a:ea typeface="Trebuchet MS"/>
                <a:cs typeface="Trebuchet MS"/>
                <a:sym typeface="Trebuchet MS"/>
              </a:defRPr>
            </a:lvl1pPr>
            <a:lvl2pPr marL="0" marR="0" lvl="1" indent="0" algn="r" rtl="0">
              <a:spcBef>
                <a:spcPts val="0"/>
              </a:spcBef>
              <a:buNone/>
              <a:defRPr sz="900" b="0" i="0" u="none" strike="noStrike" cap="none">
                <a:solidFill>
                  <a:srgbClr val="8B8B8B"/>
                </a:solidFill>
                <a:latin typeface="Trebuchet MS"/>
                <a:ea typeface="Trebuchet MS"/>
                <a:cs typeface="Trebuchet MS"/>
                <a:sym typeface="Trebuchet MS"/>
              </a:defRPr>
            </a:lvl2pPr>
            <a:lvl3pPr marL="0" marR="0" lvl="2" indent="0" algn="r" rtl="0">
              <a:spcBef>
                <a:spcPts val="0"/>
              </a:spcBef>
              <a:buNone/>
              <a:defRPr sz="900" b="0" i="0" u="none" strike="noStrike" cap="none">
                <a:solidFill>
                  <a:srgbClr val="8B8B8B"/>
                </a:solidFill>
                <a:latin typeface="Trebuchet MS"/>
                <a:ea typeface="Trebuchet MS"/>
                <a:cs typeface="Trebuchet MS"/>
                <a:sym typeface="Trebuchet MS"/>
              </a:defRPr>
            </a:lvl3pPr>
            <a:lvl4pPr marL="0" marR="0" lvl="3" indent="0" algn="r" rtl="0">
              <a:spcBef>
                <a:spcPts val="0"/>
              </a:spcBef>
              <a:buNone/>
              <a:defRPr sz="900" b="0" i="0" u="none" strike="noStrike" cap="none">
                <a:solidFill>
                  <a:srgbClr val="8B8B8B"/>
                </a:solidFill>
                <a:latin typeface="Trebuchet MS"/>
                <a:ea typeface="Trebuchet MS"/>
                <a:cs typeface="Trebuchet MS"/>
                <a:sym typeface="Trebuchet MS"/>
              </a:defRPr>
            </a:lvl4pPr>
            <a:lvl5pPr marL="0" marR="0" lvl="4" indent="0" algn="r" rtl="0">
              <a:spcBef>
                <a:spcPts val="0"/>
              </a:spcBef>
              <a:buNone/>
              <a:defRPr sz="900" b="0" i="0" u="none" strike="noStrike" cap="none">
                <a:solidFill>
                  <a:srgbClr val="8B8B8B"/>
                </a:solidFill>
                <a:latin typeface="Trebuchet MS"/>
                <a:ea typeface="Trebuchet MS"/>
                <a:cs typeface="Trebuchet MS"/>
                <a:sym typeface="Trebuchet MS"/>
              </a:defRPr>
            </a:lvl5pPr>
            <a:lvl6pPr marL="0" marR="0" lvl="5" indent="0" algn="r" rtl="0">
              <a:spcBef>
                <a:spcPts val="0"/>
              </a:spcBef>
              <a:buNone/>
              <a:defRPr sz="900" b="0" i="0" u="none" strike="noStrike" cap="none">
                <a:solidFill>
                  <a:srgbClr val="8B8B8B"/>
                </a:solidFill>
                <a:latin typeface="Trebuchet MS"/>
                <a:ea typeface="Trebuchet MS"/>
                <a:cs typeface="Trebuchet MS"/>
                <a:sym typeface="Trebuchet MS"/>
              </a:defRPr>
            </a:lvl6pPr>
            <a:lvl7pPr marL="0" marR="0" lvl="6" indent="0" algn="r" rtl="0">
              <a:spcBef>
                <a:spcPts val="0"/>
              </a:spcBef>
              <a:buNone/>
              <a:defRPr sz="900" b="0" i="0" u="none" strike="noStrike" cap="none">
                <a:solidFill>
                  <a:srgbClr val="8B8B8B"/>
                </a:solidFill>
                <a:latin typeface="Trebuchet MS"/>
                <a:ea typeface="Trebuchet MS"/>
                <a:cs typeface="Trebuchet MS"/>
                <a:sym typeface="Trebuchet MS"/>
              </a:defRPr>
            </a:lvl7pPr>
            <a:lvl8pPr marL="0" marR="0" lvl="7" indent="0" algn="r" rtl="0">
              <a:spcBef>
                <a:spcPts val="0"/>
              </a:spcBef>
              <a:buNone/>
              <a:defRPr sz="900" b="0" i="0" u="none" strike="noStrike" cap="none">
                <a:solidFill>
                  <a:srgbClr val="8B8B8B"/>
                </a:solidFill>
                <a:latin typeface="Trebuchet MS"/>
                <a:ea typeface="Trebuchet MS"/>
                <a:cs typeface="Trebuchet MS"/>
                <a:sym typeface="Trebuchet MS"/>
              </a:defRPr>
            </a:lvl8pPr>
            <a:lvl9pPr marL="0" marR="0" lvl="8" indent="0" algn="r" rtl="0">
              <a:spcBef>
                <a:spcPts val="0"/>
              </a:spcBef>
              <a:buNone/>
              <a:defRPr sz="900" b="0" i="0" u="none" strike="noStrike" cap="none">
                <a:solidFill>
                  <a:srgbClr val="8B8B8B"/>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
              <a:t>‹#›</a:t>
            </a:fld>
            <a:endParaRPr/>
          </a:p>
        </p:txBody>
      </p:sp>
      <p:sp>
        <p:nvSpPr>
          <p:cNvPr id="56" name="Google Shape;56;p13"/>
          <p:cNvSpPr/>
          <p:nvPr/>
        </p:nvSpPr>
        <p:spPr>
          <a:xfrm>
            <a:off x="425196" y="889482"/>
            <a:ext cx="8293379" cy="5486"/>
          </a:xfrm>
          <a:prstGeom prst="rect">
            <a:avLst/>
          </a:prstGeom>
          <a:solidFill>
            <a:srgbClr val="D8D2C6"/>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57" name="Google Shape;57;p13"/>
          <p:cNvSpPr/>
          <p:nvPr/>
        </p:nvSpPr>
        <p:spPr>
          <a:xfrm>
            <a:off x="425196" y="886053"/>
            <a:ext cx="589788" cy="12344"/>
          </a:xfrm>
          <a:prstGeom prst="rect">
            <a:avLst/>
          </a:prstGeom>
          <a:solidFill>
            <a:srgbClr val="2C7A7B"/>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58" name="Google Shape;58;p13"/>
          <p:cNvSpPr/>
          <p:nvPr/>
        </p:nvSpPr>
        <p:spPr>
          <a:xfrm>
            <a:off x="425196" y="4785512"/>
            <a:ext cx="8293379" cy="4114"/>
          </a:xfrm>
          <a:prstGeom prst="rect">
            <a:avLst/>
          </a:prstGeom>
          <a:solidFill>
            <a:srgbClr val="D8D2C6"/>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Trebuchet MS"/>
              <a:ea typeface="Trebuchet MS"/>
              <a:cs typeface="Trebuchet MS"/>
              <a:sym typeface="Trebuchet MS"/>
            </a:endParaRPr>
          </a:p>
        </p:txBody>
      </p:sp>
      <p:pic>
        <p:nvPicPr>
          <p:cNvPr id="59" name="Google Shape;59;p13"/>
          <p:cNvPicPr preferRelativeResize="0"/>
          <p:nvPr/>
        </p:nvPicPr>
        <p:blipFill rotWithShape="1">
          <a:blip r:embed="rId14">
            <a:alphaModFix/>
          </a:blip>
          <a:srcRect/>
          <a:stretch/>
        </p:blipFill>
        <p:spPr>
          <a:xfrm>
            <a:off x="211898" y="4675500"/>
            <a:ext cx="480060" cy="461877"/>
          </a:xfrm>
          <a:prstGeom prst="rect">
            <a:avLst/>
          </a:prstGeom>
          <a:noFill/>
          <a:ln>
            <a:noFill/>
          </a:ln>
        </p:spPr>
      </p:pic>
      <p:sp>
        <p:nvSpPr>
          <p:cNvPr id="60" name="Google Shape;60;p13"/>
          <p:cNvSpPr txBox="1"/>
          <p:nvPr/>
        </p:nvSpPr>
        <p:spPr>
          <a:xfrm>
            <a:off x="699582" y="4831392"/>
            <a:ext cx="726948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1100">
                <a:solidFill>
                  <a:schemeClr val="accent1"/>
                </a:solidFill>
                <a:latin typeface="Trebuchet MS"/>
                <a:ea typeface="Trebuchet MS"/>
                <a:cs typeface="Trebuchet MS"/>
                <a:sym typeface="Trebuchet MS"/>
              </a:rPr>
              <a:t>CFDE SHORT COURSE: Human Microbiome Data Discovery 2026</a:t>
            </a:r>
            <a:endParaRPr sz="1100">
              <a:solidFill>
                <a:schemeClr val="accent1"/>
              </a:solidFill>
              <a:latin typeface="Trebuchet MS"/>
              <a:ea typeface="Trebuchet MS"/>
              <a:cs typeface="Trebuchet MS"/>
              <a:sym typeface="Trebuchet MS"/>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hyperlink" Target="https://share.google/10SLXodl7VrpbQiVt"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6"/>
          <p:cNvSpPr txBox="1"/>
          <p:nvPr/>
        </p:nvSpPr>
        <p:spPr>
          <a:xfrm>
            <a:off x="1218839" y="378173"/>
            <a:ext cx="7491844"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1200">
                <a:solidFill>
                  <a:schemeClr val="dk1"/>
                </a:solidFill>
                <a:latin typeface="Trebuchet MS"/>
                <a:ea typeface="Trebuchet MS"/>
                <a:cs typeface="Trebuchet MS"/>
                <a:sym typeface="Trebuchet MS"/>
              </a:rPr>
              <a:t>CFDE SHORT COURSE: Human Microbiome Data Discovery 2026</a:t>
            </a:r>
            <a:endParaRPr sz="1200">
              <a:solidFill>
                <a:schemeClr val="dk1"/>
              </a:solidFill>
              <a:latin typeface="Trebuchet MS"/>
              <a:ea typeface="Trebuchet MS"/>
              <a:cs typeface="Trebuchet MS"/>
              <a:sym typeface="Trebuchet MS"/>
            </a:endParaRPr>
          </a:p>
        </p:txBody>
      </p:sp>
      <p:sp>
        <p:nvSpPr>
          <p:cNvPr id="147" name="Google Shape;147;p26"/>
          <p:cNvSpPr txBox="1"/>
          <p:nvPr/>
        </p:nvSpPr>
        <p:spPr>
          <a:xfrm>
            <a:off x="416050" y="1182000"/>
            <a:ext cx="8232600" cy="1015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 sz="3300" b="1">
                <a:solidFill>
                  <a:srgbClr val="16323F"/>
                </a:solidFill>
                <a:latin typeface="Trebuchet MS"/>
                <a:ea typeface="Trebuchet MS"/>
                <a:cs typeface="Trebuchet MS"/>
                <a:sym typeface="Trebuchet MS"/>
              </a:rPr>
              <a:t>Fusobacterium nucleatum &amp; interspecies metabolites exchange in oral biofilm</a:t>
            </a:r>
            <a:endParaRPr sz="800"/>
          </a:p>
        </p:txBody>
      </p:sp>
      <p:sp>
        <p:nvSpPr>
          <p:cNvPr id="148" name="Google Shape;148;p26"/>
          <p:cNvSpPr txBox="1"/>
          <p:nvPr/>
        </p:nvSpPr>
        <p:spPr>
          <a:xfrm>
            <a:off x="788670" y="2345058"/>
            <a:ext cx="7922100" cy="5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1800" i="1">
                <a:solidFill>
                  <a:schemeClr val="dk1"/>
                </a:solidFill>
                <a:latin typeface="Georgia"/>
                <a:ea typeface="Georgia"/>
                <a:cs typeface="Georgia"/>
                <a:sym typeface="Georgia"/>
              </a:rPr>
              <a:t>&lt;Group Two&gt; Presentation</a:t>
            </a:r>
            <a:endParaRPr sz="1100"/>
          </a:p>
          <a:p>
            <a:pPr marL="0" marR="0" lvl="0" indent="0" algn="l" rtl="0">
              <a:spcBef>
                <a:spcPts val="0"/>
              </a:spcBef>
              <a:spcAft>
                <a:spcPts val="0"/>
              </a:spcAft>
              <a:buNone/>
            </a:pPr>
            <a:r>
              <a:rPr lang="en" sz="1500" i="1">
                <a:solidFill>
                  <a:schemeClr val="dk1"/>
                </a:solidFill>
                <a:latin typeface="Georgia"/>
                <a:ea typeface="Georgia"/>
                <a:cs typeface="Georgia"/>
                <a:sym typeface="Georgia"/>
              </a:rPr>
              <a:t>Presenters: Sheetal Akula, Hua Zhang, Zhengzhong Zou, Jia Hui Isabelle Jang.</a:t>
            </a:r>
            <a:endParaRPr sz="1100"/>
          </a:p>
        </p:txBody>
      </p:sp>
      <p:cxnSp>
        <p:nvCxnSpPr>
          <p:cNvPr id="149" name="Google Shape;149;p26"/>
          <p:cNvCxnSpPr/>
          <p:nvPr/>
        </p:nvCxnSpPr>
        <p:spPr>
          <a:xfrm>
            <a:off x="788670" y="3236976"/>
            <a:ext cx="2125980" cy="0"/>
          </a:xfrm>
          <a:prstGeom prst="straightConnector1">
            <a:avLst/>
          </a:prstGeom>
          <a:noFill/>
          <a:ln w="31750" cap="flat" cmpd="sng">
            <a:solidFill>
              <a:srgbClr val="2C7A7B"/>
            </a:solidFill>
            <a:prstDash val="solid"/>
            <a:round/>
            <a:headEnd type="none" w="sm" len="sm"/>
            <a:tailEnd type="none" w="sm" len="sm"/>
          </a:ln>
          <a:effectLst>
            <a:outerShdw blurRad="40000" dist="20000" dir="5400000" rotWithShape="0">
              <a:srgbClr val="000000">
                <a:alpha val="38039"/>
              </a:srgbClr>
            </a:outerShdw>
          </a:effectLst>
        </p:spPr>
      </p:cxnSp>
      <p:sp>
        <p:nvSpPr>
          <p:cNvPr id="150" name="Google Shape;150;p26"/>
          <p:cNvSpPr txBox="1"/>
          <p:nvPr/>
        </p:nvSpPr>
        <p:spPr>
          <a:xfrm>
            <a:off x="788670" y="3394710"/>
            <a:ext cx="713232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1200">
                <a:solidFill>
                  <a:srgbClr val="2C7A7B"/>
                </a:solidFill>
                <a:latin typeface="Trebuchet MS"/>
                <a:ea typeface="Trebuchet MS"/>
                <a:cs typeface="Trebuchet MS"/>
                <a:sym typeface="Trebuchet MS"/>
              </a:rPr>
              <a:t>Sunday, 9/20/2026</a:t>
            </a:r>
            <a:endParaRPr sz="1100"/>
          </a:p>
          <a:p>
            <a:pPr marL="0" marR="0" lvl="0" indent="0" algn="l" rtl="0">
              <a:spcBef>
                <a:spcPts val="0"/>
              </a:spcBef>
              <a:spcAft>
                <a:spcPts val="0"/>
              </a:spcAft>
              <a:buNone/>
            </a:pPr>
            <a:endParaRPr sz="1200">
              <a:solidFill>
                <a:schemeClr val="accent1"/>
              </a:solidFill>
              <a:latin typeface="Trebuchet MS"/>
              <a:ea typeface="Trebuchet MS"/>
              <a:cs typeface="Trebuchet MS"/>
              <a:sym typeface="Trebuchet MS"/>
            </a:endParaRPr>
          </a:p>
        </p:txBody>
      </p:sp>
      <p:pic>
        <p:nvPicPr>
          <p:cNvPr id="151" name="Google Shape;151;p26"/>
          <p:cNvPicPr preferRelativeResize="0"/>
          <p:nvPr/>
        </p:nvPicPr>
        <p:blipFill rotWithShape="1">
          <a:blip r:embed="rId3">
            <a:alphaModFix/>
          </a:blip>
          <a:srcRect/>
          <a:stretch/>
        </p:blipFill>
        <p:spPr>
          <a:xfrm>
            <a:off x="320073" y="80717"/>
            <a:ext cx="803725" cy="773281"/>
          </a:xfrm>
          <a:prstGeom prst="rect">
            <a:avLst/>
          </a:prstGeom>
          <a:noFill/>
          <a:ln>
            <a:noFill/>
          </a:ln>
        </p:spPr>
      </p:pic>
      <p:grpSp>
        <p:nvGrpSpPr>
          <p:cNvPr id="152" name="Google Shape;152;p26"/>
          <p:cNvGrpSpPr/>
          <p:nvPr/>
        </p:nvGrpSpPr>
        <p:grpSpPr>
          <a:xfrm>
            <a:off x="229" y="3682496"/>
            <a:ext cx="9143771" cy="1472332"/>
            <a:chOff x="305" y="4900857"/>
            <a:chExt cx="12191695" cy="1963109"/>
          </a:xfrm>
        </p:grpSpPr>
        <p:sp>
          <p:nvSpPr>
            <p:cNvPr id="153" name="Google Shape;153;p26"/>
            <p:cNvSpPr/>
            <p:nvPr/>
          </p:nvSpPr>
          <p:spPr>
            <a:xfrm>
              <a:off x="305" y="6106690"/>
              <a:ext cx="12191695" cy="757276"/>
            </a:xfrm>
            <a:prstGeom prst="rect">
              <a:avLst/>
            </a:prstGeom>
            <a:solidFill>
              <a:srgbClr val="F9F9F4"/>
            </a:solidFill>
            <a:ln>
              <a:noFill/>
            </a:ln>
          </p:spPr>
          <p:txBody>
            <a:bodyPr spcFirstLastPara="1" wrap="square" lIns="123425" tIns="82300" rIns="123425" bIns="82300" anchor="t" anchorCtr="0">
              <a:noAutofit/>
            </a:bodyPr>
            <a:lstStyle/>
            <a:p>
              <a:pPr marL="0" marR="0" lvl="0" indent="0" algn="l" rtl="0">
                <a:spcBef>
                  <a:spcPts val="0"/>
                </a:spcBef>
                <a:spcAft>
                  <a:spcPts val="0"/>
                </a:spcAft>
                <a:buNone/>
              </a:pPr>
              <a:endParaRPr sz="1400">
                <a:solidFill>
                  <a:schemeClr val="lt1"/>
                </a:solidFill>
                <a:latin typeface="Trebuchet MS"/>
                <a:ea typeface="Trebuchet MS"/>
                <a:cs typeface="Trebuchet MS"/>
                <a:sym typeface="Trebuchet MS"/>
              </a:endParaRPr>
            </a:p>
          </p:txBody>
        </p:sp>
        <p:pic>
          <p:nvPicPr>
            <p:cNvPr id="154" name="Google Shape;154;p26"/>
            <p:cNvPicPr preferRelativeResize="0"/>
            <p:nvPr/>
          </p:nvPicPr>
          <p:blipFill rotWithShape="1">
            <a:blip r:embed="rId4">
              <a:alphaModFix/>
            </a:blip>
            <a:srcRect/>
            <a:stretch/>
          </p:blipFill>
          <p:spPr>
            <a:xfrm>
              <a:off x="11079014" y="4900857"/>
              <a:ext cx="839932" cy="1439884"/>
            </a:xfrm>
            <a:prstGeom prst="rect">
              <a:avLst/>
            </a:prstGeom>
            <a:noFill/>
            <a:ln>
              <a:noFill/>
            </a:ln>
          </p:spPr>
        </p:pic>
      </p:grpSp>
      <p:sp>
        <p:nvSpPr>
          <p:cNvPr id="155" name="Google Shape;155;p26"/>
          <p:cNvSpPr/>
          <p:nvPr/>
        </p:nvSpPr>
        <p:spPr>
          <a:xfrm>
            <a:off x="0" y="-1"/>
            <a:ext cx="219456" cy="5154829"/>
          </a:xfrm>
          <a:prstGeom prst="rect">
            <a:avLst/>
          </a:prstGeom>
          <a:solidFill>
            <a:srgbClr val="2C7A7B"/>
          </a:solidFill>
          <a:ln>
            <a:noFill/>
          </a:ln>
        </p:spPr>
        <p:txBody>
          <a:bodyPr spcFirstLastPara="1" wrap="square" lIns="123425" tIns="82300" rIns="123425" bIns="82300" anchor="t" anchorCtr="0">
            <a:noAutofit/>
          </a:bodyPr>
          <a:lstStyle/>
          <a:p>
            <a:pPr marL="0" marR="0" lvl="0" indent="0" algn="l" rtl="0">
              <a:spcBef>
                <a:spcPts val="0"/>
              </a:spcBef>
              <a:spcAft>
                <a:spcPts val="0"/>
              </a:spcAft>
              <a:buNone/>
            </a:pPr>
            <a:endParaRPr sz="1400">
              <a:solidFill>
                <a:schemeClr val="lt1"/>
              </a:solidFill>
              <a:latin typeface="Trebuchet MS"/>
              <a:ea typeface="Trebuchet MS"/>
              <a:cs typeface="Trebuchet MS"/>
              <a:sym typeface="Trebuchet MS"/>
            </a:endParaRPr>
          </a:p>
        </p:txBody>
      </p:sp>
      <p:pic>
        <p:nvPicPr>
          <p:cNvPr id="156" name="Google Shape;156;p26" descr="CFDE Webinar Series"/>
          <p:cNvPicPr preferRelativeResize="0"/>
          <p:nvPr/>
        </p:nvPicPr>
        <p:blipFill rotWithShape="1">
          <a:blip r:embed="rId5">
            <a:alphaModFix/>
          </a:blip>
          <a:srcRect/>
          <a:stretch/>
        </p:blipFill>
        <p:spPr>
          <a:xfrm>
            <a:off x="7577226" y="155733"/>
            <a:ext cx="1155288" cy="623248"/>
          </a:xfrm>
          <a:prstGeom prst="rect">
            <a:avLst/>
          </a:prstGeom>
          <a:noFill/>
          <a:ln>
            <a:noFill/>
          </a:ln>
        </p:spPr>
      </p:pic>
      <p:sp>
        <p:nvSpPr>
          <p:cNvPr id="157" name="Google Shape;157;p26"/>
          <p:cNvSpPr txBox="1">
            <a:spLocks noGrp="1"/>
          </p:cNvSpPr>
          <p:nvPr>
            <p:ph type="sldNum" idx="12"/>
          </p:nvPr>
        </p:nvSpPr>
        <p:spPr>
          <a:xfrm>
            <a:off x="7132314" y="4775262"/>
            <a:ext cx="16002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a:t>
            </a:fld>
            <a:endParaRPr sz="1100"/>
          </a:p>
        </p:txBody>
      </p:sp>
      <p:sp>
        <p:nvSpPr>
          <p:cNvPr id="158" name="Google Shape;158;p26"/>
          <p:cNvSpPr txBox="1"/>
          <p:nvPr/>
        </p:nvSpPr>
        <p:spPr>
          <a:xfrm>
            <a:off x="1790200" y="1161525"/>
            <a:ext cx="6764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200">
              <a:solidFill>
                <a:srgbClr val="2B2B2B"/>
              </a:solidFill>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2"/>
        <p:cNvGrpSpPr/>
        <p:nvPr/>
      </p:nvGrpSpPr>
      <p:grpSpPr>
        <a:xfrm>
          <a:off x="0" y="0"/>
          <a:ext cx="0" cy="0"/>
          <a:chOff x="0" y="0"/>
          <a:chExt cx="0" cy="0"/>
        </a:xfrm>
      </p:grpSpPr>
      <p:sp>
        <p:nvSpPr>
          <p:cNvPr id="163" name="Google Shape;163;p27"/>
          <p:cNvSpPr/>
          <p:nvPr/>
        </p:nvSpPr>
        <p:spPr>
          <a:xfrm>
            <a:off x="651510" y="891540"/>
            <a:ext cx="7840751" cy="7144"/>
          </a:xfrm>
          <a:prstGeom prst="rect">
            <a:avLst/>
          </a:prstGeom>
          <a:solidFill>
            <a:srgbClr val="D8D2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164" name="Google Shape;164;p27"/>
          <p:cNvSpPr txBox="1"/>
          <p:nvPr/>
        </p:nvSpPr>
        <p:spPr>
          <a:xfrm>
            <a:off x="651510" y="411480"/>
            <a:ext cx="5006400" cy="3693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None/>
            </a:pPr>
            <a:r>
              <a:rPr lang="en" sz="2400" b="1" i="0" cap="none">
                <a:solidFill>
                  <a:srgbClr val="2C7A7B"/>
                </a:solidFill>
                <a:latin typeface="Trebuchet MS"/>
                <a:ea typeface="Trebuchet MS"/>
                <a:cs typeface="Trebuchet MS"/>
                <a:sym typeface="Trebuchet MS"/>
              </a:rPr>
              <a:t>BACKGROUND/IMPORTANCE</a:t>
            </a:r>
            <a:endParaRPr sz="2400" b="1" i="0" cap="none">
              <a:solidFill>
                <a:srgbClr val="2C7A7B"/>
              </a:solidFill>
              <a:latin typeface="Trebuchet MS"/>
              <a:ea typeface="Trebuchet MS"/>
              <a:cs typeface="Trebuchet MS"/>
              <a:sym typeface="Trebuchet MS"/>
            </a:endParaRPr>
          </a:p>
        </p:txBody>
      </p:sp>
      <p:cxnSp>
        <p:nvCxnSpPr>
          <p:cNvPr id="165" name="Google Shape;165;p27"/>
          <p:cNvCxnSpPr/>
          <p:nvPr/>
        </p:nvCxnSpPr>
        <p:spPr>
          <a:xfrm>
            <a:off x="651510" y="891540"/>
            <a:ext cx="589788" cy="0"/>
          </a:xfrm>
          <a:prstGeom prst="straightConnector1">
            <a:avLst/>
          </a:prstGeom>
          <a:noFill/>
          <a:ln w="28575" cap="flat" cmpd="sng">
            <a:solidFill>
              <a:srgbClr val="2C7A7B"/>
            </a:solidFill>
            <a:prstDash val="solid"/>
            <a:round/>
            <a:headEnd type="none" w="sm" len="sm"/>
            <a:tailEnd type="none" w="sm" len="sm"/>
          </a:ln>
        </p:spPr>
      </p:cxnSp>
      <p:cxnSp>
        <p:nvCxnSpPr>
          <p:cNvPr id="166" name="Google Shape;166;p27"/>
          <p:cNvCxnSpPr/>
          <p:nvPr/>
        </p:nvCxnSpPr>
        <p:spPr>
          <a:xfrm>
            <a:off x="651510" y="4786884"/>
            <a:ext cx="7838694" cy="0"/>
          </a:xfrm>
          <a:prstGeom prst="straightConnector1">
            <a:avLst/>
          </a:prstGeom>
          <a:noFill/>
          <a:ln w="9525" cap="flat" cmpd="sng">
            <a:solidFill>
              <a:srgbClr val="D8D2C6"/>
            </a:solidFill>
            <a:prstDash val="solid"/>
            <a:round/>
            <a:headEnd type="none" w="sm" len="sm"/>
            <a:tailEnd type="none" w="sm" len="sm"/>
          </a:ln>
        </p:spPr>
      </p:cxnSp>
      <p:sp>
        <p:nvSpPr>
          <p:cNvPr id="167" name="Google Shape;167;p27"/>
          <p:cNvSpPr txBox="1"/>
          <p:nvPr/>
        </p:nvSpPr>
        <p:spPr>
          <a:xfrm>
            <a:off x="202300" y="1121100"/>
            <a:ext cx="5099100" cy="2901300"/>
          </a:xfrm>
          <a:prstGeom prst="rect">
            <a:avLst/>
          </a:prstGeom>
          <a:noFill/>
          <a:ln>
            <a:noFill/>
          </a:ln>
        </p:spPr>
        <p:txBody>
          <a:bodyPr spcFirstLastPara="1" wrap="square" lIns="68575" tIns="34275" rIns="68575" bIns="34275" anchor="t" anchorCtr="0">
            <a:spAutoFit/>
          </a:bodyPr>
          <a:lstStyle/>
          <a:p>
            <a:pPr marL="457200" lvl="0" indent="-330200" algn="just" rtl="0">
              <a:lnSpc>
                <a:spcPct val="150000"/>
              </a:lnSpc>
              <a:spcBef>
                <a:spcPts val="0"/>
              </a:spcBef>
              <a:spcAft>
                <a:spcPts val="0"/>
              </a:spcAft>
              <a:buSzPts val="1600"/>
              <a:buFont typeface="Trebuchet MS"/>
              <a:buChar char="-"/>
            </a:pPr>
            <a:r>
              <a:rPr lang="en" sz="1600">
                <a:latin typeface="Trebuchet MS"/>
                <a:ea typeface="Trebuchet MS"/>
                <a:cs typeface="Trebuchet MS"/>
                <a:sym typeface="Trebuchet MS"/>
              </a:rPr>
              <a:t>An inflammatory environment related to periodontitis is associated with development of oral cancers.</a:t>
            </a:r>
            <a:endParaRPr sz="1600">
              <a:latin typeface="Trebuchet MS"/>
              <a:ea typeface="Trebuchet MS"/>
              <a:cs typeface="Trebuchet MS"/>
              <a:sym typeface="Trebuchet MS"/>
            </a:endParaRPr>
          </a:p>
          <a:p>
            <a:pPr marL="457200" lvl="0" indent="-330200" algn="just" rtl="0">
              <a:lnSpc>
                <a:spcPct val="150000"/>
              </a:lnSpc>
              <a:spcBef>
                <a:spcPts val="0"/>
              </a:spcBef>
              <a:spcAft>
                <a:spcPts val="0"/>
              </a:spcAft>
              <a:buSzPts val="1600"/>
              <a:buFont typeface="Trebuchet MS"/>
              <a:buChar char="-"/>
            </a:pPr>
            <a:r>
              <a:rPr lang="en" sz="1600">
                <a:latin typeface="Trebuchet MS"/>
                <a:ea typeface="Trebuchet MS"/>
                <a:cs typeface="Trebuchet MS"/>
                <a:sym typeface="Trebuchet MS"/>
              </a:rPr>
              <a:t>Fusobacterium nucleatum is a common and important constituent of oral microbiome and polymicrobial oral biofilms.</a:t>
            </a:r>
            <a:endParaRPr sz="1600">
              <a:latin typeface="Trebuchet MS"/>
              <a:ea typeface="Trebuchet MS"/>
              <a:cs typeface="Trebuchet MS"/>
              <a:sym typeface="Trebuchet MS"/>
            </a:endParaRPr>
          </a:p>
          <a:p>
            <a:pPr marL="457200" lvl="0" indent="-330200" algn="just" rtl="0">
              <a:lnSpc>
                <a:spcPct val="150000"/>
              </a:lnSpc>
              <a:spcBef>
                <a:spcPts val="0"/>
              </a:spcBef>
              <a:spcAft>
                <a:spcPts val="0"/>
              </a:spcAft>
              <a:buSzPts val="1600"/>
              <a:buFont typeface="Trebuchet MS"/>
              <a:buChar char="-"/>
            </a:pPr>
            <a:r>
              <a:rPr lang="en" sz="1600">
                <a:latin typeface="Trebuchet MS"/>
                <a:ea typeface="Trebuchet MS"/>
                <a:cs typeface="Trebuchet MS"/>
                <a:sym typeface="Trebuchet MS"/>
              </a:rPr>
              <a:t>Metabolic integration within oral polymicrobial communities are poorly understood.</a:t>
            </a:r>
            <a:endParaRPr sz="1600">
              <a:solidFill>
                <a:schemeClr val="dk1"/>
              </a:solidFill>
              <a:latin typeface="Trebuchet MS"/>
              <a:ea typeface="Trebuchet MS"/>
              <a:cs typeface="Trebuchet MS"/>
              <a:sym typeface="Trebuchet MS"/>
            </a:endParaRPr>
          </a:p>
        </p:txBody>
      </p:sp>
      <p:sp>
        <p:nvSpPr>
          <p:cNvPr id="168" name="Google Shape;168;p27"/>
          <p:cNvSpPr txBox="1">
            <a:spLocks noGrp="1"/>
          </p:cNvSpPr>
          <p:nvPr>
            <p:ph type="sldNum" idx="12"/>
          </p:nvPr>
        </p:nvSpPr>
        <p:spPr>
          <a:xfrm>
            <a:off x="7118375" y="4780027"/>
            <a:ext cx="16002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169" name="Google Shape;169;p27"/>
          <p:cNvSpPr txBox="1"/>
          <p:nvPr/>
        </p:nvSpPr>
        <p:spPr>
          <a:xfrm>
            <a:off x="5388250" y="3567780"/>
            <a:ext cx="3553500" cy="7941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 sz="1200" b="1" u="sng"/>
              <a:t>Figure. Metabolic cross-feeding</a:t>
            </a:r>
            <a:r>
              <a:rPr lang="en" sz="1200" u="sng"/>
              <a:t> between oral bacteria can support community growth and pathogen colonization.</a:t>
            </a:r>
            <a:endParaRPr sz="1200" u="sng"/>
          </a:p>
        </p:txBody>
      </p:sp>
      <p:grpSp>
        <p:nvGrpSpPr>
          <p:cNvPr id="170" name="Google Shape;170;p27"/>
          <p:cNvGrpSpPr/>
          <p:nvPr/>
        </p:nvGrpSpPr>
        <p:grpSpPr>
          <a:xfrm>
            <a:off x="5301400" y="961904"/>
            <a:ext cx="3558432" cy="2511925"/>
            <a:chOff x="5301400" y="926675"/>
            <a:chExt cx="3558432" cy="2511925"/>
          </a:xfrm>
        </p:grpSpPr>
        <p:pic>
          <p:nvPicPr>
            <p:cNvPr id="171" name="Google Shape;171;p27" title="Screenshot 2026-09-19 at 3.04.17 PM.png"/>
            <p:cNvPicPr preferRelativeResize="0"/>
            <p:nvPr/>
          </p:nvPicPr>
          <p:blipFill>
            <a:blip r:embed="rId3">
              <a:alphaModFix/>
            </a:blip>
            <a:stretch>
              <a:fillRect/>
            </a:stretch>
          </p:blipFill>
          <p:spPr>
            <a:xfrm>
              <a:off x="5388250" y="1023975"/>
              <a:ext cx="3471582" cy="2414625"/>
            </a:xfrm>
            <a:prstGeom prst="rect">
              <a:avLst/>
            </a:prstGeom>
            <a:noFill/>
            <a:ln>
              <a:noFill/>
            </a:ln>
          </p:spPr>
        </p:pic>
        <p:sp>
          <p:nvSpPr>
            <p:cNvPr id="172" name="Google Shape;172;p27"/>
            <p:cNvSpPr/>
            <p:nvPr/>
          </p:nvSpPr>
          <p:spPr>
            <a:xfrm>
              <a:off x="5301400" y="926675"/>
              <a:ext cx="504900" cy="552000"/>
            </a:xfrm>
            <a:prstGeom prst="rect">
              <a:avLst/>
            </a:prstGeom>
            <a:solidFill>
              <a:schemeClr val="lt1"/>
            </a:solidFill>
            <a:ln w="9525" cap="flat" cmpd="sng">
              <a:solidFill>
                <a:srgbClr val="F9F9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highlight>
                  <a:srgbClr val="FFFFFF"/>
                </a:highlight>
                <a:latin typeface="Trebuchet MS"/>
                <a:ea typeface="Trebuchet MS"/>
                <a:cs typeface="Trebuchet MS"/>
                <a:sym typeface="Trebuchet M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6"/>
        <p:cNvGrpSpPr/>
        <p:nvPr/>
      </p:nvGrpSpPr>
      <p:grpSpPr>
        <a:xfrm>
          <a:off x="0" y="0"/>
          <a:ext cx="0" cy="0"/>
          <a:chOff x="0" y="0"/>
          <a:chExt cx="0" cy="0"/>
        </a:xfrm>
      </p:grpSpPr>
      <p:sp>
        <p:nvSpPr>
          <p:cNvPr id="177" name="Google Shape;177;p28"/>
          <p:cNvSpPr/>
          <p:nvPr/>
        </p:nvSpPr>
        <p:spPr>
          <a:xfrm>
            <a:off x="651510" y="891540"/>
            <a:ext cx="7840800" cy="7200"/>
          </a:xfrm>
          <a:prstGeom prst="rect">
            <a:avLst/>
          </a:prstGeom>
          <a:solidFill>
            <a:srgbClr val="D8D2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178" name="Google Shape;178;p28"/>
          <p:cNvSpPr txBox="1"/>
          <p:nvPr/>
        </p:nvSpPr>
        <p:spPr>
          <a:xfrm>
            <a:off x="651510" y="411480"/>
            <a:ext cx="5006400" cy="3693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None/>
            </a:pPr>
            <a:r>
              <a:rPr lang="en" sz="2400" b="1">
                <a:solidFill>
                  <a:srgbClr val="2C7A7B"/>
                </a:solidFill>
                <a:latin typeface="Trebuchet MS"/>
                <a:ea typeface="Trebuchet MS"/>
                <a:cs typeface="Trebuchet MS"/>
                <a:sym typeface="Trebuchet MS"/>
              </a:rPr>
              <a:t>AIM/GOAL</a:t>
            </a:r>
            <a:endParaRPr sz="2400" b="1" i="0" cap="none">
              <a:solidFill>
                <a:srgbClr val="2C7A7B"/>
              </a:solidFill>
              <a:latin typeface="Trebuchet MS"/>
              <a:ea typeface="Trebuchet MS"/>
              <a:cs typeface="Trebuchet MS"/>
              <a:sym typeface="Trebuchet MS"/>
            </a:endParaRPr>
          </a:p>
        </p:txBody>
      </p:sp>
      <p:cxnSp>
        <p:nvCxnSpPr>
          <p:cNvPr id="179" name="Google Shape;179;p28"/>
          <p:cNvCxnSpPr/>
          <p:nvPr/>
        </p:nvCxnSpPr>
        <p:spPr>
          <a:xfrm>
            <a:off x="651510" y="891540"/>
            <a:ext cx="589800" cy="0"/>
          </a:xfrm>
          <a:prstGeom prst="straightConnector1">
            <a:avLst/>
          </a:prstGeom>
          <a:noFill/>
          <a:ln w="28575" cap="flat" cmpd="sng">
            <a:solidFill>
              <a:srgbClr val="2C7A7B"/>
            </a:solidFill>
            <a:prstDash val="solid"/>
            <a:round/>
            <a:headEnd type="none" w="sm" len="sm"/>
            <a:tailEnd type="none" w="sm" len="sm"/>
          </a:ln>
        </p:spPr>
      </p:cxnSp>
      <p:cxnSp>
        <p:nvCxnSpPr>
          <p:cNvPr id="180" name="Google Shape;180;p28"/>
          <p:cNvCxnSpPr/>
          <p:nvPr/>
        </p:nvCxnSpPr>
        <p:spPr>
          <a:xfrm>
            <a:off x="651510" y="4786884"/>
            <a:ext cx="7838700" cy="0"/>
          </a:xfrm>
          <a:prstGeom prst="straightConnector1">
            <a:avLst/>
          </a:prstGeom>
          <a:noFill/>
          <a:ln w="9525" cap="flat" cmpd="sng">
            <a:solidFill>
              <a:srgbClr val="D8D2C6"/>
            </a:solidFill>
            <a:prstDash val="solid"/>
            <a:round/>
            <a:headEnd type="none" w="sm" len="sm"/>
            <a:tailEnd type="none" w="sm" len="sm"/>
          </a:ln>
        </p:spPr>
      </p:cxnSp>
      <p:sp>
        <p:nvSpPr>
          <p:cNvPr id="181" name="Google Shape;181;p28"/>
          <p:cNvSpPr txBox="1"/>
          <p:nvPr/>
        </p:nvSpPr>
        <p:spPr>
          <a:xfrm>
            <a:off x="651500" y="1567338"/>
            <a:ext cx="6563400" cy="2008800"/>
          </a:xfrm>
          <a:prstGeom prst="rect">
            <a:avLst/>
          </a:prstGeom>
          <a:noFill/>
          <a:ln>
            <a:noFill/>
          </a:ln>
        </p:spPr>
        <p:txBody>
          <a:bodyPr spcFirstLastPara="1" wrap="square" lIns="68575" tIns="34275" rIns="68575" bIns="34275" anchor="t" anchorCtr="0">
            <a:spAutoFit/>
          </a:bodyPr>
          <a:lstStyle/>
          <a:p>
            <a:pPr marL="0" lvl="0" indent="0" algn="just" rtl="0">
              <a:lnSpc>
                <a:spcPct val="150000"/>
              </a:lnSpc>
              <a:spcBef>
                <a:spcPts val="0"/>
              </a:spcBef>
              <a:spcAft>
                <a:spcPts val="0"/>
              </a:spcAft>
              <a:buNone/>
            </a:pPr>
            <a:r>
              <a:rPr lang="en" sz="1800">
                <a:solidFill>
                  <a:srgbClr val="2B2B2B"/>
                </a:solidFill>
                <a:latin typeface="Trebuchet MS"/>
                <a:ea typeface="Trebuchet MS"/>
                <a:cs typeface="Trebuchet MS"/>
                <a:sym typeface="Trebuchet MS"/>
              </a:rPr>
              <a:t>To compare the extracellular metabolite profiles of F. nucleatum alone compared with F. nucleatum cocultured with Streptococcus gordonii and/or Veillonella parvula.</a:t>
            </a:r>
            <a:endParaRPr sz="1800" strike="sngStrike">
              <a:solidFill>
                <a:srgbClr val="2B2B2B"/>
              </a:solidFill>
              <a:latin typeface="Trebuchet MS"/>
              <a:ea typeface="Trebuchet MS"/>
              <a:cs typeface="Trebuchet MS"/>
              <a:sym typeface="Trebuchet MS"/>
            </a:endParaRPr>
          </a:p>
          <a:p>
            <a:pPr marL="0" marR="0" lvl="0" indent="0" algn="l" rtl="0">
              <a:lnSpc>
                <a:spcPct val="150000"/>
              </a:lnSpc>
              <a:spcBef>
                <a:spcPts val="0"/>
              </a:spcBef>
              <a:spcAft>
                <a:spcPts val="0"/>
              </a:spcAft>
              <a:buNone/>
            </a:pPr>
            <a:endParaRPr sz="1800">
              <a:solidFill>
                <a:schemeClr val="dk1"/>
              </a:solidFill>
              <a:latin typeface="Trebuchet MS"/>
              <a:ea typeface="Trebuchet MS"/>
              <a:cs typeface="Trebuchet MS"/>
              <a:sym typeface="Trebuchet MS"/>
            </a:endParaRPr>
          </a:p>
          <a:p>
            <a:pPr marL="0" marR="0" lvl="0" indent="0" algn="l" rtl="0">
              <a:lnSpc>
                <a:spcPct val="150000"/>
              </a:lnSpc>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182" name="Google Shape;182;p28"/>
          <p:cNvSpPr txBox="1">
            <a:spLocks noGrp="1"/>
          </p:cNvSpPr>
          <p:nvPr>
            <p:ph type="sldNum" idx="12"/>
          </p:nvPr>
        </p:nvSpPr>
        <p:spPr>
          <a:xfrm>
            <a:off x="7118375" y="4780027"/>
            <a:ext cx="16002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a:t>
            </a:fld>
            <a:endParaRPr/>
          </a:p>
        </p:txBody>
      </p:sp>
      <p:pic>
        <p:nvPicPr>
          <p:cNvPr id="183" name="Google Shape;183;p28"/>
          <p:cNvPicPr preferRelativeResize="0"/>
          <p:nvPr/>
        </p:nvPicPr>
        <p:blipFill>
          <a:blip r:embed="rId3">
            <a:alphaModFix/>
          </a:blip>
          <a:stretch>
            <a:fillRect/>
          </a:stretch>
        </p:blipFill>
        <p:spPr>
          <a:xfrm>
            <a:off x="7338325" y="1325851"/>
            <a:ext cx="1690776" cy="1690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7"/>
        <p:cNvGrpSpPr/>
        <p:nvPr/>
      </p:nvGrpSpPr>
      <p:grpSpPr>
        <a:xfrm>
          <a:off x="0" y="0"/>
          <a:ext cx="0" cy="0"/>
          <a:chOff x="0" y="0"/>
          <a:chExt cx="0" cy="0"/>
        </a:xfrm>
      </p:grpSpPr>
      <p:sp>
        <p:nvSpPr>
          <p:cNvPr id="188" name="Google Shape;188;p29"/>
          <p:cNvSpPr/>
          <p:nvPr/>
        </p:nvSpPr>
        <p:spPr>
          <a:xfrm>
            <a:off x="651510" y="891540"/>
            <a:ext cx="7840751" cy="7144"/>
          </a:xfrm>
          <a:prstGeom prst="rect">
            <a:avLst/>
          </a:prstGeom>
          <a:solidFill>
            <a:srgbClr val="D8D2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189" name="Google Shape;189;p29"/>
          <p:cNvSpPr txBox="1"/>
          <p:nvPr/>
        </p:nvSpPr>
        <p:spPr>
          <a:xfrm>
            <a:off x="651510" y="411480"/>
            <a:ext cx="5006340" cy="425261"/>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None/>
            </a:pPr>
            <a:r>
              <a:rPr lang="en" sz="2400" b="1" i="0" cap="none">
                <a:solidFill>
                  <a:srgbClr val="2C7A7B"/>
                </a:solidFill>
                <a:latin typeface="Trebuchet MS"/>
                <a:ea typeface="Trebuchet MS"/>
                <a:cs typeface="Trebuchet MS"/>
                <a:sym typeface="Trebuchet MS"/>
              </a:rPr>
              <a:t>CFDE DATA RESOURCES</a:t>
            </a:r>
            <a:endParaRPr sz="2400" b="1" i="0" cap="none">
              <a:solidFill>
                <a:srgbClr val="2C7A7B"/>
              </a:solidFill>
              <a:latin typeface="Trebuchet MS"/>
              <a:ea typeface="Trebuchet MS"/>
              <a:cs typeface="Trebuchet MS"/>
              <a:sym typeface="Trebuchet MS"/>
            </a:endParaRPr>
          </a:p>
        </p:txBody>
      </p:sp>
      <p:cxnSp>
        <p:nvCxnSpPr>
          <p:cNvPr id="190" name="Google Shape;190;p29"/>
          <p:cNvCxnSpPr/>
          <p:nvPr/>
        </p:nvCxnSpPr>
        <p:spPr>
          <a:xfrm>
            <a:off x="651510" y="891540"/>
            <a:ext cx="589788" cy="0"/>
          </a:xfrm>
          <a:prstGeom prst="straightConnector1">
            <a:avLst/>
          </a:prstGeom>
          <a:noFill/>
          <a:ln w="28575" cap="flat" cmpd="sng">
            <a:solidFill>
              <a:srgbClr val="2C7A7B"/>
            </a:solidFill>
            <a:prstDash val="solid"/>
            <a:round/>
            <a:headEnd type="none" w="sm" len="sm"/>
            <a:tailEnd type="none" w="sm" len="sm"/>
          </a:ln>
        </p:spPr>
      </p:cxnSp>
      <p:cxnSp>
        <p:nvCxnSpPr>
          <p:cNvPr id="191" name="Google Shape;191;p29"/>
          <p:cNvCxnSpPr/>
          <p:nvPr/>
        </p:nvCxnSpPr>
        <p:spPr>
          <a:xfrm>
            <a:off x="651510" y="4786884"/>
            <a:ext cx="7838694" cy="0"/>
          </a:xfrm>
          <a:prstGeom prst="straightConnector1">
            <a:avLst/>
          </a:prstGeom>
          <a:noFill/>
          <a:ln w="9525" cap="flat" cmpd="sng">
            <a:solidFill>
              <a:srgbClr val="D8D2C6"/>
            </a:solidFill>
            <a:prstDash val="solid"/>
            <a:round/>
            <a:headEnd type="none" w="sm" len="sm"/>
            <a:tailEnd type="none" w="sm" len="sm"/>
          </a:ln>
        </p:spPr>
      </p:cxnSp>
      <p:sp>
        <p:nvSpPr>
          <p:cNvPr id="192" name="Google Shape;192;p29"/>
          <p:cNvSpPr txBox="1"/>
          <p:nvPr/>
        </p:nvSpPr>
        <p:spPr>
          <a:xfrm>
            <a:off x="321475" y="1033650"/>
            <a:ext cx="8170800" cy="2993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900" b="1" u="sng">
                <a:solidFill>
                  <a:schemeClr val="dk1"/>
                </a:solidFill>
                <a:latin typeface="Trebuchet MS"/>
                <a:ea typeface="Trebuchet MS"/>
                <a:cs typeface="Trebuchet MS"/>
                <a:sym typeface="Trebuchet MS"/>
              </a:rPr>
              <a:t>CFDE Resources Used:</a:t>
            </a:r>
            <a:endParaRPr sz="1900" b="1" u="sng">
              <a:solidFill>
                <a:schemeClr val="dk1"/>
              </a:solidFill>
              <a:latin typeface="Trebuchet MS"/>
              <a:ea typeface="Trebuchet MS"/>
              <a:cs typeface="Trebuchet MS"/>
              <a:sym typeface="Trebuchet MS"/>
            </a:endParaRPr>
          </a:p>
          <a:p>
            <a:pPr marL="457200" marR="0" lvl="0" indent="-349250" algn="l" rtl="0">
              <a:spcBef>
                <a:spcPts val="0"/>
              </a:spcBef>
              <a:spcAft>
                <a:spcPts val="0"/>
              </a:spcAft>
              <a:buClr>
                <a:schemeClr val="dk1"/>
              </a:buClr>
              <a:buSzPts val="1900"/>
              <a:buFont typeface="Trebuchet MS"/>
              <a:buChar char="-"/>
            </a:pPr>
            <a:r>
              <a:rPr lang="en" sz="1900">
                <a:solidFill>
                  <a:schemeClr val="dk1"/>
                </a:solidFill>
                <a:latin typeface="Trebuchet MS"/>
                <a:ea typeface="Trebuchet MS"/>
                <a:cs typeface="Trebuchet MS"/>
                <a:sym typeface="Trebuchet MS"/>
              </a:rPr>
              <a:t>Metabolomics workbench</a:t>
            </a:r>
            <a:endParaRPr sz="1900">
              <a:solidFill>
                <a:schemeClr val="dk1"/>
              </a:solidFill>
              <a:latin typeface="Trebuchet MS"/>
              <a:ea typeface="Trebuchet MS"/>
              <a:cs typeface="Trebuchet MS"/>
              <a:sym typeface="Trebuchet MS"/>
            </a:endParaRPr>
          </a:p>
          <a:p>
            <a:pPr marL="457200" marR="0" lvl="0" indent="-349250" algn="l" rtl="0">
              <a:spcBef>
                <a:spcPts val="0"/>
              </a:spcBef>
              <a:spcAft>
                <a:spcPts val="0"/>
              </a:spcAft>
              <a:buClr>
                <a:schemeClr val="dk1"/>
              </a:buClr>
              <a:buSzPts val="1900"/>
              <a:buFont typeface="Trebuchet MS"/>
              <a:buChar char="-"/>
            </a:pPr>
            <a:r>
              <a:rPr lang="en" sz="1900">
                <a:solidFill>
                  <a:schemeClr val="dk1"/>
                </a:solidFill>
                <a:latin typeface="Trebuchet MS"/>
                <a:ea typeface="Trebuchet MS"/>
                <a:cs typeface="Trebuchet MS"/>
                <a:sym typeface="Trebuchet MS"/>
              </a:rPr>
              <a:t>Accessed through journal website which referenced metabolomics workbench study ID (https://journals.asm.org/doi/10.1128/msystems.00170-22#dataS1)</a:t>
            </a:r>
            <a:endParaRPr sz="1900">
              <a:solidFill>
                <a:schemeClr val="dk1"/>
              </a:solidFill>
              <a:latin typeface="Trebuchet MS"/>
              <a:ea typeface="Trebuchet MS"/>
              <a:cs typeface="Trebuchet MS"/>
              <a:sym typeface="Trebuchet MS"/>
            </a:endParaRPr>
          </a:p>
          <a:p>
            <a:pPr marL="0" marR="0" lvl="0" indent="0" algn="l" rtl="0">
              <a:spcBef>
                <a:spcPts val="0"/>
              </a:spcBef>
              <a:spcAft>
                <a:spcPts val="0"/>
              </a:spcAft>
              <a:buNone/>
            </a:pPr>
            <a:endParaRPr sz="1900">
              <a:solidFill>
                <a:schemeClr val="dk1"/>
              </a:solidFill>
              <a:latin typeface="Trebuchet MS"/>
              <a:ea typeface="Trebuchet MS"/>
              <a:cs typeface="Trebuchet MS"/>
              <a:sym typeface="Trebuchet MS"/>
            </a:endParaRPr>
          </a:p>
          <a:p>
            <a:pPr marL="0" marR="0" lvl="0" indent="0" algn="l" rtl="0">
              <a:spcBef>
                <a:spcPts val="0"/>
              </a:spcBef>
              <a:spcAft>
                <a:spcPts val="0"/>
              </a:spcAft>
              <a:buNone/>
            </a:pPr>
            <a:r>
              <a:rPr lang="en" sz="1900" b="1" u="sng">
                <a:solidFill>
                  <a:schemeClr val="dk1"/>
                </a:solidFill>
                <a:latin typeface="Trebuchet MS"/>
                <a:ea typeface="Trebuchet MS"/>
                <a:cs typeface="Trebuchet MS"/>
                <a:sym typeface="Trebuchet MS"/>
              </a:rPr>
              <a:t>Search Process:</a:t>
            </a:r>
            <a:endParaRPr sz="1900" b="1" u="sng">
              <a:solidFill>
                <a:schemeClr val="dk1"/>
              </a:solidFill>
              <a:latin typeface="Trebuchet MS"/>
              <a:ea typeface="Trebuchet MS"/>
              <a:cs typeface="Trebuchet MS"/>
              <a:sym typeface="Trebuchet MS"/>
            </a:endParaRPr>
          </a:p>
          <a:p>
            <a:pPr marL="457200" marR="0" lvl="0" indent="-349250" algn="l" rtl="0">
              <a:spcBef>
                <a:spcPts val="0"/>
              </a:spcBef>
              <a:spcAft>
                <a:spcPts val="0"/>
              </a:spcAft>
              <a:buClr>
                <a:schemeClr val="dk1"/>
              </a:buClr>
              <a:buSzPts val="1900"/>
              <a:buFont typeface="Trebuchet MS"/>
              <a:buChar char="-"/>
            </a:pPr>
            <a:r>
              <a:rPr lang="en" sz="1900">
                <a:solidFill>
                  <a:schemeClr val="dk1"/>
                </a:solidFill>
                <a:latin typeface="Trebuchet MS"/>
                <a:ea typeface="Trebuchet MS"/>
                <a:cs typeface="Trebuchet MS"/>
                <a:sym typeface="Trebuchet MS"/>
              </a:rPr>
              <a:t>CFDE Cloud</a:t>
            </a:r>
            <a:endParaRPr sz="1900">
              <a:solidFill>
                <a:schemeClr val="dk1"/>
              </a:solidFill>
              <a:latin typeface="Trebuchet MS"/>
              <a:ea typeface="Trebuchet MS"/>
              <a:cs typeface="Trebuchet MS"/>
              <a:sym typeface="Trebuchet MS"/>
            </a:endParaRPr>
          </a:p>
          <a:p>
            <a:pPr marL="457200" marR="0" lvl="0" indent="-349250" algn="l" rtl="0">
              <a:spcBef>
                <a:spcPts val="0"/>
              </a:spcBef>
              <a:spcAft>
                <a:spcPts val="0"/>
              </a:spcAft>
              <a:buClr>
                <a:schemeClr val="dk1"/>
              </a:buClr>
              <a:buSzPts val="1900"/>
              <a:buFont typeface="Trebuchet MS"/>
              <a:buChar char="-"/>
            </a:pPr>
            <a:r>
              <a:rPr lang="en" sz="1900">
                <a:solidFill>
                  <a:schemeClr val="dk1"/>
                </a:solidFill>
                <a:latin typeface="Trebuchet MS"/>
                <a:ea typeface="Trebuchet MS"/>
                <a:cs typeface="Trebuchet MS"/>
                <a:sym typeface="Trebuchet MS"/>
              </a:rPr>
              <a:t>iPOP HMP website</a:t>
            </a:r>
            <a:endParaRPr sz="1900">
              <a:solidFill>
                <a:schemeClr val="dk1"/>
              </a:solidFill>
              <a:latin typeface="Trebuchet MS"/>
              <a:ea typeface="Trebuchet MS"/>
              <a:cs typeface="Trebuchet MS"/>
              <a:sym typeface="Trebuchet MS"/>
            </a:endParaRPr>
          </a:p>
          <a:p>
            <a:pPr marL="457200" marR="0" lvl="0" indent="-349250" algn="l" rtl="0">
              <a:spcBef>
                <a:spcPts val="0"/>
              </a:spcBef>
              <a:spcAft>
                <a:spcPts val="0"/>
              </a:spcAft>
              <a:buClr>
                <a:schemeClr val="dk1"/>
              </a:buClr>
              <a:buSzPts val="1900"/>
              <a:buFont typeface="Trebuchet MS"/>
              <a:buChar char="-"/>
            </a:pPr>
            <a:r>
              <a:rPr lang="en" sz="1900">
                <a:solidFill>
                  <a:schemeClr val="dk1"/>
                </a:solidFill>
                <a:latin typeface="Trebuchet MS"/>
                <a:ea typeface="Trebuchet MS"/>
                <a:cs typeface="Trebuchet MS"/>
                <a:sym typeface="Trebuchet MS"/>
              </a:rPr>
              <a:t>Metabolomics workbench</a:t>
            </a:r>
            <a:endParaRPr sz="1900">
              <a:solidFill>
                <a:schemeClr val="dk1"/>
              </a:solidFill>
              <a:latin typeface="Trebuchet MS"/>
              <a:ea typeface="Trebuchet MS"/>
              <a:cs typeface="Trebuchet MS"/>
              <a:sym typeface="Trebuchet MS"/>
            </a:endParaRPr>
          </a:p>
        </p:txBody>
      </p:sp>
      <p:sp>
        <p:nvSpPr>
          <p:cNvPr id="193" name="Google Shape;193;p29"/>
          <p:cNvSpPr txBox="1">
            <a:spLocks noGrp="1"/>
          </p:cNvSpPr>
          <p:nvPr>
            <p:ph type="sldNum" idx="12"/>
          </p:nvPr>
        </p:nvSpPr>
        <p:spPr>
          <a:xfrm>
            <a:off x="7118375" y="4780027"/>
            <a:ext cx="16002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4</a:t>
            </a:fld>
            <a:endParaRPr/>
          </a:p>
        </p:txBody>
      </p:sp>
      <p:pic>
        <p:nvPicPr>
          <p:cNvPr id="194" name="Google Shape;194;p29"/>
          <p:cNvPicPr preferRelativeResize="0"/>
          <p:nvPr/>
        </p:nvPicPr>
        <p:blipFill>
          <a:blip r:embed="rId3">
            <a:alphaModFix/>
          </a:blip>
          <a:stretch>
            <a:fillRect/>
          </a:stretch>
        </p:blipFill>
        <p:spPr>
          <a:xfrm>
            <a:off x="7017406" y="0"/>
            <a:ext cx="1949170" cy="1600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30" title="Screenshot 2026-09-20 at 11.34.23 AM.png"/>
          <p:cNvPicPr preferRelativeResize="0"/>
          <p:nvPr/>
        </p:nvPicPr>
        <p:blipFill>
          <a:blip r:embed="rId3">
            <a:alphaModFix/>
          </a:blip>
          <a:stretch>
            <a:fillRect/>
          </a:stretch>
        </p:blipFill>
        <p:spPr>
          <a:xfrm>
            <a:off x="152400" y="152400"/>
            <a:ext cx="8839204" cy="391031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3"/>
        <p:cNvGrpSpPr/>
        <p:nvPr/>
      </p:nvGrpSpPr>
      <p:grpSpPr>
        <a:xfrm>
          <a:off x="0" y="0"/>
          <a:ext cx="0" cy="0"/>
          <a:chOff x="0" y="0"/>
          <a:chExt cx="0" cy="0"/>
        </a:xfrm>
      </p:grpSpPr>
      <p:sp>
        <p:nvSpPr>
          <p:cNvPr id="204" name="Google Shape;204;p31"/>
          <p:cNvSpPr/>
          <p:nvPr/>
        </p:nvSpPr>
        <p:spPr>
          <a:xfrm>
            <a:off x="651510" y="891540"/>
            <a:ext cx="7840751" cy="7144"/>
          </a:xfrm>
          <a:prstGeom prst="rect">
            <a:avLst/>
          </a:prstGeom>
          <a:solidFill>
            <a:srgbClr val="D8D2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205" name="Google Shape;205;p31"/>
          <p:cNvSpPr txBox="1"/>
          <p:nvPr/>
        </p:nvSpPr>
        <p:spPr>
          <a:xfrm>
            <a:off x="651510" y="411480"/>
            <a:ext cx="5006340" cy="425261"/>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None/>
            </a:pPr>
            <a:r>
              <a:rPr lang="en" sz="2400" b="1" i="0" cap="none">
                <a:solidFill>
                  <a:srgbClr val="2C7A7B"/>
                </a:solidFill>
                <a:latin typeface="Trebuchet MS"/>
                <a:ea typeface="Trebuchet MS"/>
                <a:cs typeface="Trebuchet MS"/>
                <a:sym typeface="Trebuchet MS"/>
              </a:rPr>
              <a:t>APPROACH</a:t>
            </a:r>
            <a:endParaRPr sz="2400" b="1" i="0" cap="none">
              <a:solidFill>
                <a:srgbClr val="2C7A7B"/>
              </a:solidFill>
              <a:latin typeface="Trebuchet MS"/>
              <a:ea typeface="Trebuchet MS"/>
              <a:cs typeface="Trebuchet MS"/>
              <a:sym typeface="Trebuchet MS"/>
            </a:endParaRPr>
          </a:p>
        </p:txBody>
      </p:sp>
      <p:cxnSp>
        <p:nvCxnSpPr>
          <p:cNvPr id="206" name="Google Shape;206;p31"/>
          <p:cNvCxnSpPr/>
          <p:nvPr/>
        </p:nvCxnSpPr>
        <p:spPr>
          <a:xfrm>
            <a:off x="651510" y="891540"/>
            <a:ext cx="589788" cy="0"/>
          </a:xfrm>
          <a:prstGeom prst="straightConnector1">
            <a:avLst/>
          </a:prstGeom>
          <a:noFill/>
          <a:ln w="28575" cap="flat" cmpd="sng">
            <a:solidFill>
              <a:srgbClr val="2C7A7B"/>
            </a:solidFill>
            <a:prstDash val="solid"/>
            <a:round/>
            <a:headEnd type="none" w="sm" len="sm"/>
            <a:tailEnd type="none" w="sm" len="sm"/>
          </a:ln>
        </p:spPr>
      </p:cxnSp>
      <p:cxnSp>
        <p:nvCxnSpPr>
          <p:cNvPr id="207" name="Google Shape;207;p31"/>
          <p:cNvCxnSpPr/>
          <p:nvPr/>
        </p:nvCxnSpPr>
        <p:spPr>
          <a:xfrm>
            <a:off x="651510" y="4786884"/>
            <a:ext cx="7838694" cy="0"/>
          </a:xfrm>
          <a:prstGeom prst="straightConnector1">
            <a:avLst/>
          </a:prstGeom>
          <a:noFill/>
          <a:ln w="9525" cap="flat" cmpd="sng">
            <a:solidFill>
              <a:srgbClr val="D8D2C6"/>
            </a:solidFill>
            <a:prstDash val="solid"/>
            <a:round/>
            <a:headEnd type="none" w="sm" len="sm"/>
            <a:tailEnd type="none" w="sm" len="sm"/>
          </a:ln>
        </p:spPr>
      </p:cxnSp>
      <p:sp>
        <p:nvSpPr>
          <p:cNvPr id="208" name="Google Shape;208;p31"/>
          <p:cNvSpPr txBox="1"/>
          <p:nvPr/>
        </p:nvSpPr>
        <p:spPr>
          <a:xfrm>
            <a:off x="431250" y="953475"/>
            <a:ext cx="3864600" cy="7926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100">
              <a:solidFill>
                <a:schemeClr val="dk1"/>
              </a:solidFill>
              <a:latin typeface="Trebuchet MS"/>
              <a:ea typeface="Trebuchet MS"/>
              <a:cs typeface="Trebuchet MS"/>
              <a:sym typeface="Trebuchet MS"/>
            </a:endParaRPr>
          </a:p>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09" name="Google Shape;209;p31"/>
          <p:cNvSpPr txBox="1">
            <a:spLocks noGrp="1"/>
          </p:cNvSpPr>
          <p:nvPr>
            <p:ph type="sldNum" idx="12"/>
          </p:nvPr>
        </p:nvSpPr>
        <p:spPr>
          <a:xfrm>
            <a:off x="7118375" y="4780027"/>
            <a:ext cx="16002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6</a:t>
            </a:fld>
            <a:endParaRPr/>
          </a:p>
        </p:txBody>
      </p:sp>
      <p:pic>
        <p:nvPicPr>
          <p:cNvPr id="210" name="Google Shape;210;p31"/>
          <p:cNvPicPr preferRelativeResize="0"/>
          <p:nvPr/>
        </p:nvPicPr>
        <p:blipFill>
          <a:blip r:embed="rId3">
            <a:alphaModFix/>
          </a:blip>
          <a:stretch>
            <a:fillRect/>
          </a:stretch>
        </p:blipFill>
        <p:spPr>
          <a:xfrm>
            <a:off x="1735075" y="747750"/>
            <a:ext cx="6471650" cy="381108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4"/>
        <p:cNvGrpSpPr/>
        <p:nvPr/>
      </p:nvGrpSpPr>
      <p:grpSpPr>
        <a:xfrm>
          <a:off x="0" y="0"/>
          <a:ext cx="0" cy="0"/>
          <a:chOff x="0" y="0"/>
          <a:chExt cx="0" cy="0"/>
        </a:xfrm>
      </p:grpSpPr>
      <p:sp>
        <p:nvSpPr>
          <p:cNvPr id="215" name="Google Shape;215;p32"/>
          <p:cNvSpPr/>
          <p:nvPr/>
        </p:nvSpPr>
        <p:spPr>
          <a:xfrm>
            <a:off x="651510" y="891540"/>
            <a:ext cx="7840751" cy="7144"/>
          </a:xfrm>
          <a:prstGeom prst="rect">
            <a:avLst/>
          </a:prstGeom>
          <a:solidFill>
            <a:srgbClr val="D8D2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216" name="Google Shape;216;p32"/>
          <p:cNvSpPr txBox="1"/>
          <p:nvPr/>
        </p:nvSpPr>
        <p:spPr>
          <a:xfrm>
            <a:off x="651510" y="411480"/>
            <a:ext cx="5006340" cy="425261"/>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None/>
            </a:pPr>
            <a:r>
              <a:rPr lang="en" sz="2400" b="1" i="0" cap="none">
                <a:solidFill>
                  <a:srgbClr val="2C7A7B"/>
                </a:solidFill>
                <a:latin typeface="Trebuchet MS"/>
                <a:ea typeface="Trebuchet MS"/>
                <a:cs typeface="Trebuchet MS"/>
                <a:sym typeface="Trebuchet MS"/>
              </a:rPr>
              <a:t>EXPECTATIONS</a:t>
            </a:r>
            <a:endParaRPr sz="2400" b="1" i="0" cap="none">
              <a:solidFill>
                <a:srgbClr val="2C7A7B"/>
              </a:solidFill>
              <a:latin typeface="Trebuchet MS"/>
              <a:ea typeface="Trebuchet MS"/>
              <a:cs typeface="Trebuchet MS"/>
              <a:sym typeface="Trebuchet MS"/>
            </a:endParaRPr>
          </a:p>
        </p:txBody>
      </p:sp>
      <p:cxnSp>
        <p:nvCxnSpPr>
          <p:cNvPr id="217" name="Google Shape;217;p32"/>
          <p:cNvCxnSpPr/>
          <p:nvPr/>
        </p:nvCxnSpPr>
        <p:spPr>
          <a:xfrm>
            <a:off x="651510" y="891540"/>
            <a:ext cx="589788" cy="0"/>
          </a:xfrm>
          <a:prstGeom prst="straightConnector1">
            <a:avLst/>
          </a:prstGeom>
          <a:noFill/>
          <a:ln w="28575" cap="flat" cmpd="sng">
            <a:solidFill>
              <a:srgbClr val="2C7A7B"/>
            </a:solidFill>
            <a:prstDash val="solid"/>
            <a:round/>
            <a:headEnd type="none" w="sm" len="sm"/>
            <a:tailEnd type="none" w="sm" len="sm"/>
          </a:ln>
        </p:spPr>
      </p:cxnSp>
      <p:cxnSp>
        <p:nvCxnSpPr>
          <p:cNvPr id="218" name="Google Shape;218;p32"/>
          <p:cNvCxnSpPr/>
          <p:nvPr/>
        </p:nvCxnSpPr>
        <p:spPr>
          <a:xfrm>
            <a:off x="651510" y="4786884"/>
            <a:ext cx="7838694" cy="0"/>
          </a:xfrm>
          <a:prstGeom prst="straightConnector1">
            <a:avLst/>
          </a:prstGeom>
          <a:noFill/>
          <a:ln w="9525" cap="flat" cmpd="sng">
            <a:solidFill>
              <a:srgbClr val="D8D2C6"/>
            </a:solidFill>
            <a:prstDash val="solid"/>
            <a:round/>
            <a:headEnd type="none" w="sm" len="sm"/>
            <a:tailEnd type="none" w="sm" len="sm"/>
          </a:ln>
        </p:spPr>
      </p:cxnSp>
      <p:sp>
        <p:nvSpPr>
          <p:cNvPr id="219" name="Google Shape;219;p32"/>
          <p:cNvSpPr txBox="1">
            <a:spLocks noGrp="1"/>
          </p:cNvSpPr>
          <p:nvPr>
            <p:ph type="sldNum" idx="12"/>
          </p:nvPr>
        </p:nvSpPr>
        <p:spPr>
          <a:xfrm>
            <a:off x="7118375" y="4780027"/>
            <a:ext cx="16002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7</a:t>
            </a:fld>
            <a:endParaRPr/>
          </a:p>
        </p:txBody>
      </p:sp>
      <p:pic>
        <p:nvPicPr>
          <p:cNvPr id="220" name="Google Shape;220;p32" title="Screenshot 2026-09-19 at 3.47.46 PM.png"/>
          <p:cNvPicPr preferRelativeResize="0"/>
          <p:nvPr/>
        </p:nvPicPr>
        <p:blipFill rotWithShape="1">
          <a:blip r:embed="rId3">
            <a:alphaModFix/>
          </a:blip>
          <a:srcRect b="69353"/>
          <a:stretch/>
        </p:blipFill>
        <p:spPr>
          <a:xfrm>
            <a:off x="2845641" y="-12"/>
            <a:ext cx="6210675" cy="1349425"/>
          </a:xfrm>
          <a:prstGeom prst="rect">
            <a:avLst/>
          </a:prstGeom>
          <a:noFill/>
          <a:ln>
            <a:noFill/>
          </a:ln>
        </p:spPr>
      </p:pic>
      <p:sp>
        <p:nvSpPr>
          <p:cNvPr id="221" name="Google Shape;221;p32"/>
          <p:cNvSpPr txBox="1"/>
          <p:nvPr/>
        </p:nvSpPr>
        <p:spPr>
          <a:xfrm>
            <a:off x="651500" y="1108925"/>
            <a:ext cx="8243700" cy="3671100"/>
          </a:xfrm>
          <a:prstGeom prst="rect">
            <a:avLst/>
          </a:prstGeom>
          <a:solidFill>
            <a:schemeClr val="lt1"/>
          </a:solid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800" b="1">
                <a:solidFill>
                  <a:schemeClr val="dk1"/>
                </a:solidFill>
                <a:highlight>
                  <a:srgbClr val="FFFFFF"/>
                </a:highlight>
                <a:latin typeface="Trebuchet MS"/>
                <a:ea typeface="Trebuchet MS"/>
                <a:cs typeface="Trebuchet MS"/>
                <a:sym typeface="Trebuchet MS"/>
              </a:rPr>
              <a:t>The data met our expectations.</a:t>
            </a:r>
            <a:endParaRPr sz="1800" b="1">
              <a:solidFill>
                <a:schemeClr val="dk1"/>
              </a:solidFill>
              <a:highlight>
                <a:srgbClr val="FFFFFF"/>
              </a:highlight>
              <a:latin typeface="Trebuchet MS"/>
              <a:ea typeface="Trebuchet MS"/>
              <a:cs typeface="Trebuchet MS"/>
              <a:sym typeface="Trebuchet MS"/>
            </a:endParaRPr>
          </a:p>
          <a:p>
            <a:pPr marL="0" marR="0" lvl="0" indent="0" algn="l" rtl="0">
              <a:spcBef>
                <a:spcPts val="0"/>
              </a:spcBef>
              <a:spcAft>
                <a:spcPts val="0"/>
              </a:spcAft>
              <a:buNone/>
            </a:pPr>
            <a:endParaRPr sz="1800">
              <a:solidFill>
                <a:schemeClr val="dk1"/>
              </a:solidFill>
              <a:highlight>
                <a:srgbClr val="FFFFFF"/>
              </a:highlight>
              <a:latin typeface="Trebuchet MS"/>
              <a:ea typeface="Trebuchet MS"/>
              <a:cs typeface="Trebuchet MS"/>
              <a:sym typeface="Trebuchet MS"/>
            </a:endParaRPr>
          </a:p>
          <a:p>
            <a:pPr marL="457200" marR="0" lvl="0" indent="-342900" algn="l" rtl="0">
              <a:spcBef>
                <a:spcPts val="0"/>
              </a:spcBef>
              <a:spcAft>
                <a:spcPts val="0"/>
              </a:spcAft>
              <a:buClr>
                <a:schemeClr val="dk1"/>
              </a:buClr>
              <a:buSzPts val="1800"/>
              <a:buFont typeface="Trebuchet MS"/>
              <a:buChar char="-"/>
            </a:pPr>
            <a:r>
              <a:rPr lang="en" sz="1800">
                <a:solidFill>
                  <a:schemeClr val="dk1"/>
                </a:solidFill>
                <a:highlight>
                  <a:srgbClr val="FFFFFF"/>
                </a:highlight>
                <a:latin typeface="Trebuchet MS"/>
                <a:ea typeface="Trebuchet MS"/>
                <a:cs typeface="Trebuchet MS"/>
                <a:sym typeface="Trebuchet MS"/>
              </a:rPr>
              <a:t>Well organized</a:t>
            </a:r>
            <a:endParaRPr sz="1800">
              <a:solidFill>
                <a:schemeClr val="dk1"/>
              </a:solidFill>
              <a:highlight>
                <a:srgbClr val="FFFFFF"/>
              </a:highlight>
              <a:latin typeface="Trebuchet MS"/>
              <a:ea typeface="Trebuchet MS"/>
              <a:cs typeface="Trebuchet MS"/>
              <a:sym typeface="Trebuchet MS"/>
            </a:endParaRPr>
          </a:p>
          <a:p>
            <a:pPr marL="457200" marR="0" lvl="0" indent="-342900" algn="l" rtl="0">
              <a:spcBef>
                <a:spcPts val="0"/>
              </a:spcBef>
              <a:spcAft>
                <a:spcPts val="0"/>
              </a:spcAft>
              <a:buClr>
                <a:schemeClr val="dk1"/>
              </a:buClr>
              <a:buSzPts val="1800"/>
              <a:buFont typeface="Trebuchet MS"/>
              <a:buChar char="-"/>
            </a:pPr>
            <a:r>
              <a:rPr lang="en" sz="1800">
                <a:solidFill>
                  <a:schemeClr val="dk1"/>
                </a:solidFill>
                <a:highlight>
                  <a:srgbClr val="FFFFFF"/>
                </a:highlight>
                <a:latin typeface="Trebuchet MS"/>
                <a:ea typeface="Trebuchet MS"/>
                <a:cs typeface="Trebuchet MS"/>
                <a:sym typeface="Trebuchet MS"/>
              </a:rPr>
              <a:t>Labels are clear:</a:t>
            </a:r>
            <a:endParaRPr sz="1800">
              <a:solidFill>
                <a:schemeClr val="dk1"/>
              </a:solidFill>
              <a:highlight>
                <a:srgbClr val="FFFFFF"/>
              </a:highlight>
              <a:latin typeface="Trebuchet MS"/>
              <a:ea typeface="Trebuchet MS"/>
              <a:cs typeface="Trebuchet MS"/>
              <a:sym typeface="Trebuchet MS"/>
            </a:endParaRPr>
          </a:p>
          <a:p>
            <a:pPr marL="914400" marR="0" lvl="1" indent="-342900" algn="l" rtl="0">
              <a:spcBef>
                <a:spcPts val="0"/>
              </a:spcBef>
              <a:spcAft>
                <a:spcPts val="0"/>
              </a:spcAft>
              <a:buClr>
                <a:schemeClr val="dk1"/>
              </a:buClr>
              <a:buSzPts val="1800"/>
              <a:buFont typeface="Trebuchet MS"/>
              <a:buChar char="-"/>
            </a:pPr>
            <a:r>
              <a:rPr lang="en" sz="1800">
                <a:solidFill>
                  <a:schemeClr val="dk1"/>
                </a:solidFill>
                <a:highlight>
                  <a:srgbClr val="FFFFFF"/>
                </a:highlight>
                <a:latin typeface="Trebuchet MS"/>
                <a:ea typeface="Trebuchet MS"/>
                <a:cs typeface="Trebuchet MS"/>
                <a:sym typeface="Trebuchet MS"/>
              </a:rPr>
              <a:t>Sample name</a:t>
            </a:r>
            <a:endParaRPr sz="1800">
              <a:solidFill>
                <a:schemeClr val="dk1"/>
              </a:solidFill>
              <a:highlight>
                <a:srgbClr val="FFFFFF"/>
              </a:highlight>
              <a:latin typeface="Trebuchet MS"/>
              <a:ea typeface="Trebuchet MS"/>
              <a:cs typeface="Trebuchet MS"/>
              <a:sym typeface="Trebuchet MS"/>
            </a:endParaRPr>
          </a:p>
          <a:p>
            <a:pPr marL="914400" marR="0" lvl="1" indent="-342900" algn="l" rtl="0">
              <a:spcBef>
                <a:spcPts val="0"/>
              </a:spcBef>
              <a:spcAft>
                <a:spcPts val="0"/>
              </a:spcAft>
              <a:buClr>
                <a:schemeClr val="dk1"/>
              </a:buClr>
              <a:buSzPts val="1800"/>
              <a:buFont typeface="Trebuchet MS"/>
              <a:buChar char="-"/>
            </a:pPr>
            <a:r>
              <a:rPr lang="en" sz="1800">
                <a:solidFill>
                  <a:schemeClr val="dk1"/>
                </a:solidFill>
                <a:highlight>
                  <a:srgbClr val="FFFFFF"/>
                </a:highlight>
                <a:latin typeface="Trebuchet MS"/>
                <a:ea typeface="Trebuchet MS"/>
                <a:cs typeface="Trebuchet MS"/>
                <a:sym typeface="Trebuchet MS"/>
              </a:rPr>
              <a:t>Metabolite name</a:t>
            </a:r>
            <a:endParaRPr sz="1800">
              <a:solidFill>
                <a:schemeClr val="dk1"/>
              </a:solidFill>
              <a:highlight>
                <a:srgbClr val="FFFFFF"/>
              </a:highlight>
              <a:latin typeface="Trebuchet MS"/>
              <a:ea typeface="Trebuchet MS"/>
              <a:cs typeface="Trebuchet MS"/>
              <a:sym typeface="Trebuchet MS"/>
            </a:endParaRPr>
          </a:p>
          <a:p>
            <a:pPr marL="914400" lvl="1" indent="-342900" algn="l" rtl="0">
              <a:spcBef>
                <a:spcPts val="0"/>
              </a:spcBef>
              <a:spcAft>
                <a:spcPts val="0"/>
              </a:spcAft>
              <a:buClr>
                <a:schemeClr val="dk1"/>
              </a:buClr>
              <a:buSzPts val="1800"/>
              <a:buFont typeface="Trebuchet MS"/>
              <a:buChar char="-"/>
            </a:pPr>
            <a:r>
              <a:rPr lang="en" sz="1800">
                <a:solidFill>
                  <a:schemeClr val="dk1"/>
                </a:solidFill>
                <a:highlight>
                  <a:schemeClr val="lt1"/>
                </a:highlight>
                <a:latin typeface="Trebuchet MS"/>
                <a:ea typeface="Trebuchet MS"/>
                <a:cs typeface="Trebuchet MS"/>
                <a:sym typeface="Trebuchet MS"/>
              </a:rPr>
              <a:t>m/z ratio</a:t>
            </a:r>
            <a:endParaRPr sz="1800">
              <a:solidFill>
                <a:schemeClr val="dk1"/>
              </a:solidFill>
              <a:highlight>
                <a:srgbClr val="FFFFFF"/>
              </a:highlight>
              <a:latin typeface="Trebuchet MS"/>
              <a:ea typeface="Trebuchet MS"/>
              <a:cs typeface="Trebuchet MS"/>
              <a:sym typeface="Trebuchet MS"/>
            </a:endParaRPr>
          </a:p>
          <a:p>
            <a:pPr marL="914400" marR="0" lvl="1" indent="-342900" algn="l" rtl="0">
              <a:spcBef>
                <a:spcPts val="0"/>
              </a:spcBef>
              <a:spcAft>
                <a:spcPts val="0"/>
              </a:spcAft>
              <a:buClr>
                <a:schemeClr val="dk1"/>
              </a:buClr>
              <a:buSzPts val="1800"/>
              <a:buFont typeface="Trebuchet MS"/>
              <a:buChar char="-"/>
            </a:pPr>
            <a:r>
              <a:rPr lang="en" sz="1800">
                <a:solidFill>
                  <a:schemeClr val="dk1"/>
                </a:solidFill>
                <a:highlight>
                  <a:srgbClr val="FFFFFF"/>
                </a:highlight>
                <a:latin typeface="Trebuchet MS"/>
                <a:ea typeface="Trebuchet MS"/>
                <a:cs typeface="Trebuchet MS"/>
                <a:sym typeface="Trebuchet MS"/>
              </a:rPr>
              <a:t>Retention time</a:t>
            </a:r>
            <a:endParaRPr sz="1800">
              <a:solidFill>
                <a:schemeClr val="dk1"/>
              </a:solidFill>
              <a:highlight>
                <a:srgbClr val="FFFFFF"/>
              </a:highlight>
              <a:latin typeface="Trebuchet MS"/>
              <a:ea typeface="Trebuchet MS"/>
              <a:cs typeface="Trebuchet MS"/>
              <a:sym typeface="Trebuchet MS"/>
            </a:endParaRPr>
          </a:p>
          <a:p>
            <a:pPr marL="914400" marR="0" lvl="1" indent="-342900" algn="l" rtl="0">
              <a:spcBef>
                <a:spcPts val="0"/>
              </a:spcBef>
              <a:spcAft>
                <a:spcPts val="0"/>
              </a:spcAft>
              <a:buClr>
                <a:schemeClr val="dk1"/>
              </a:buClr>
              <a:buSzPts val="1800"/>
              <a:buFont typeface="Trebuchet MS"/>
              <a:buChar char="-"/>
            </a:pPr>
            <a:r>
              <a:rPr lang="en" sz="1800">
                <a:highlight>
                  <a:srgbClr val="FFFFFF"/>
                </a:highlight>
                <a:latin typeface="Trebuchet MS"/>
                <a:ea typeface="Trebuchet MS"/>
                <a:cs typeface="Trebuchet MS"/>
                <a:sym typeface="Trebuchet MS"/>
              </a:rPr>
              <a:t>KEGG and HMDB identifiers were available for metabolite annotation </a:t>
            </a:r>
            <a:endParaRPr sz="1800">
              <a:solidFill>
                <a:schemeClr val="dk1"/>
              </a:solidFill>
              <a:highlight>
                <a:srgbClr val="FFFFFF"/>
              </a:highlight>
              <a:latin typeface="Trebuchet MS"/>
              <a:ea typeface="Trebuchet MS"/>
              <a:cs typeface="Trebuchet MS"/>
              <a:sym typeface="Trebuchet MS"/>
            </a:endParaRPr>
          </a:p>
          <a:p>
            <a:pPr marL="914400" marR="0" lvl="0" indent="0" algn="l" rtl="0">
              <a:spcBef>
                <a:spcPts val="0"/>
              </a:spcBef>
              <a:spcAft>
                <a:spcPts val="0"/>
              </a:spcAft>
              <a:buNone/>
            </a:pPr>
            <a:endParaRPr sz="1800">
              <a:solidFill>
                <a:schemeClr val="dk1"/>
              </a:solidFill>
              <a:highlight>
                <a:srgbClr val="FFFFFF"/>
              </a:highlight>
              <a:latin typeface="Trebuchet MS"/>
              <a:ea typeface="Trebuchet MS"/>
              <a:cs typeface="Trebuchet MS"/>
              <a:sym typeface="Trebuchet MS"/>
            </a:endParaRPr>
          </a:p>
          <a:p>
            <a:pPr marL="0" marR="0" lvl="0" indent="0" algn="l" rtl="0">
              <a:spcBef>
                <a:spcPts val="0"/>
              </a:spcBef>
              <a:spcAft>
                <a:spcPts val="0"/>
              </a:spcAft>
              <a:buNone/>
            </a:pPr>
            <a:r>
              <a:rPr lang="en" sz="1800" b="1">
                <a:highlight>
                  <a:srgbClr val="FFFFFF"/>
                </a:highlight>
                <a:latin typeface="Trebuchet MS"/>
                <a:ea typeface="Trebuchet MS"/>
                <a:cs typeface="Trebuchet MS"/>
                <a:sym typeface="Trebuchet MS"/>
              </a:rPr>
              <a:t>Limitation:</a:t>
            </a:r>
            <a:r>
              <a:rPr lang="en" sz="1800">
                <a:highlight>
                  <a:srgbClr val="FFFFFF"/>
                </a:highlight>
                <a:latin typeface="Trebuchet MS"/>
                <a:ea typeface="Trebuchet MS"/>
                <a:cs typeface="Trebuchet MS"/>
                <a:sym typeface="Trebuchet MS"/>
              </a:rPr>
              <a:t> Only the curated metabolite table was publicly available; raw spectral files and extended QC metrics were not provided </a:t>
            </a:r>
            <a:endParaRPr sz="1800">
              <a:solidFill>
                <a:schemeClr val="dk1"/>
              </a:solidFill>
              <a:highlight>
                <a:srgbClr val="FFFFFF"/>
              </a:highlight>
              <a:latin typeface="Trebuchet MS"/>
              <a:ea typeface="Trebuchet MS"/>
              <a:cs typeface="Trebuchet MS"/>
              <a:sym typeface="Trebuchet MS"/>
            </a:endParaRPr>
          </a:p>
          <a:p>
            <a:pPr marL="0" marR="0" lvl="0" indent="0" algn="l" rtl="0">
              <a:spcBef>
                <a:spcPts val="0"/>
              </a:spcBef>
              <a:spcAft>
                <a:spcPts val="0"/>
              </a:spcAft>
              <a:buNone/>
            </a:pPr>
            <a:endParaRPr sz="1800">
              <a:solidFill>
                <a:schemeClr val="dk1"/>
              </a:solidFill>
              <a:highlight>
                <a:srgbClr val="FFFFFF"/>
              </a:highlight>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5"/>
        <p:cNvGrpSpPr/>
        <p:nvPr/>
      </p:nvGrpSpPr>
      <p:grpSpPr>
        <a:xfrm>
          <a:off x="0" y="0"/>
          <a:ext cx="0" cy="0"/>
          <a:chOff x="0" y="0"/>
          <a:chExt cx="0" cy="0"/>
        </a:xfrm>
      </p:grpSpPr>
      <p:sp>
        <p:nvSpPr>
          <p:cNvPr id="226" name="Google Shape;226;p33"/>
          <p:cNvSpPr/>
          <p:nvPr/>
        </p:nvSpPr>
        <p:spPr>
          <a:xfrm>
            <a:off x="651510" y="891540"/>
            <a:ext cx="7840751" cy="7144"/>
          </a:xfrm>
          <a:prstGeom prst="rect">
            <a:avLst/>
          </a:prstGeom>
          <a:solidFill>
            <a:srgbClr val="D8D2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227" name="Google Shape;227;p33"/>
          <p:cNvSpPr txBox="1"/>
          <p:nvPr/>
        </p:nvSpPr>
        <p:spPr>
          <a:xfrm>
            <a:off x="651510" y="411480"/>
            <a:ext cx="5006340" cy="425261"/>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None/>
            </a:pPr>
            <a:r>
              <a:rPr lang="en" sz="2400" b="1" i="0" cap="none">
                <a:solidFill>
                  <a:srgbClr val="2C7A7B"/>
                </a:solidFill>
                <a:latin typeface="Trebuchet MS"/>
                <a:ea typeface="Trebuchet MS"/>
                <a:cs typeface="Trebuchet MS"/>
                <a:sym typeface="Trebuchet MS"/>
              </a:rPr>
              <a:t>LESSONS</a:t>
            </a:r>
            <a:endParaRPr sz="2400" b="1" i="0" cap="none">
              <a:solidFill>
                <a:srgbClr val="2C7A7B"/>
              </a:solidFill>
              <a:latin typeface="Trebuchet MS"/>
              <a:ea typeface="Trebuchet MS"/>
              <a:cs typeface="Trebuchet MS"/>
              <a:sym typeface="Trebuchet MS"/>
            </a:endParaRPr>
          </a:p>
        </p:txBody>
      </p:sp>
      <p:cxnSp>
        <p:nvCxnSpPr>
          <p:cNvPr id="228" name="Google Shape;228;p33"/>
          <p:cNvCxnSpPr/>
          <p:nvPr/>
        </p:nvCxnSpPr>
        <p:spPr>
          <a:xfrm>
            <a:off x="651510" y="891540"/>
            <a:ext cx="589788" cy="0"/>
          </a:xfrm>
          <a:prstGeom prst="straightConnector1">
            <a:avLst/>
          </a:prstGeom>
          <a:noFill/>
          <a:ln w="28575" cap="flat" cmpd="sng">
            <a:solidFill>
              <a:srgbClr val="2C7A7B"/>
            </a:solidFill>
            <a:prstDash val="solid"/>
            <a:round/>
            <a:headEnd type="none" w="sm" len="sm"/>
            <a:tailEnd type="none" w="sm" len="sm"/>
          </a:ln>
        </p:spPr>
      </p:cxnSp>
      <p:cxnSp>
        <p:nvCxnSpPr>
          <p:cNvPr id="229" name="Google Shape;229;p33"/>
          <p:cNvCxnSpPr/>
          <p:nvPr/>
        </p:nvCxnSpPr>
        <p:spPr>
          <a:xfrm>
            <a:off x="651510" y="4786884"/>
            <a:ext cx="7838694" cy="0"/>
          </a:xfrm>
          <a:prstGeom prst="straightConnector1">
            <a:avLst/>
          </a:prstGeom>
          <a:noFill/>
          <a:ln w="9525" cap="flat" cmpd="sng">
            <a:solidFill>
              <a:srgbClr val="D8D2C6"/>
            </a:solidFill>
            <a:prstDash val="solid"/>
            <a:round/>
            <a:headEnd type="none" w="sm" len="sm"/>
            <a:tailEnd type="none" w="sm" len="sm"/>
          </a:ln>
        </p:spPr>
      </p:cxnSp>
      <p:sp>
        <p:nvSpPr>
          <p:cNvPr id="230" name="Google Shape;230;p33"/>
          <p:cNvSpPr txBox="1"/>
          <p:nvPr/>
        </p:nvSpPr>
        <p:spPr>
          <a:xfrm>
            <a:off x="651500" y="1048838"/>
            <a:ext cx="7421100" cy="42066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800">
                <a:solidFill>
                  <a:schemeClr val="dk1"/>
                </a:solidFill>
                <a:latin typeface="Trebuchet MS"/>
                <a:ea typeface="Trebuchet MS"/>
                <a:cs typeface="Trebuchet MS"/>
                <a:sym typeface="Trebuchet MS"/>
              </a:rPr>
              <a:t>What was learned from this process?</a:t>
            </a:r>
            <a:endParaRPr sz="1800">
              <a:solidFill>
                <a:schemeClr val="dk1"/>
              </a:solidFill>
              <a:latin typeface="Trebuchet MS"/>
              <a:ea typeface="Trebuchet MS"/>
              <a:cs typeface="Trebuchet MS"/>
              <a:sym typeface="Trebuchet MS"/>
            </a:endParaRPr>
          </a:p>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a:p>
            <a:pPr marL="0" lvl="0" indent="0" algn="l" rtl="0">
              <a:spcBef>
                <a:spcPts val="0"/>
              </a:spcBef>
              <a:spcAft>
                <a:spcPts val="0"/>
              </a:spcAft>
              <a:buNone/>
            </a:pPr>
            <a:r>
              <a:rPr lang="en" sz="1600" b="1">
                <a:latin typeface="Trebuchet MS"/>
                <a:ea typeface="Trebuchet MS"/>
                <a:cs typeface="Trebuchet MS"/>
                <a:sym typeface="Trebuchet MS"/>
              </a:rPr>
              <a:t>Understand the data before transformation</a:t>
            </a:r>
            <a:endParaRPr sz="1600" b="1">
              <a:latin typeface="Trebuchet MS"/>
              <a:ea typeface="Trebuchet MS"/>
              <a:cs typeface="Trebuchet MS"/>
              <a:sym typeface="Trebuchet MS"/>
            </a:endParaRPr>
          </a:p>
          <a:p>
            <a:pPr marL="457200" lvl="0" indent="-330200" algn="l" rtl="0">
              <a:lnSpc>
                <a:spcPct val="115000"/>
              </a:lnSpc>
              <a:spcBef>
                <a:spcPts val="1200"/>
              </a:spcBef>
              <a:spcAft>
                <a:spcPts val="0"/>
              </a:spcAft>
              <a:buSzPts val="1600"/>
              <a:buFont typeface="Trebuchet MS"/>
              <a:buChar char="●"/>
            </a:pPr>
            <a:r>
              <a:rPr lang="en" sz="1600">
                <a:latin typeface="Trebuchet MS"/>
                <a:ea typeface="Trebuchet MS"/>
                <a:cs typeface="Trebuchet MS"/>
                <a:sym typeface="Trebuchet MS"/>
              </a:rPr>
              <a:t>True zeros ≠ censored/BLOQ values</a:t>
            </a:r>
            <a:endParaRPr sz="1600">
              <a:latin typeface="Trebuchet MS"/>
              <a:ea typeface="Trebuchet MS"/>
              <a:cs typeface="Trebuchet MS"/>
              <a:sym typeface="Trebuchet MS"/>
            </a:endParaRPr>
          </a:p>
          <a:p>
            <a:pPr marL="0" lvl="0" indent="0" algn="l" rtl="0">
              <a:lnSpc>
                <a:spcPct val="115000"/>
              </a:lnSpc>
              <a:spcBef>
                <a:spcPts val="1200"/>
              </a:spcBef>
              <a:spcAft>
                <a:spcPts val="0"/>
              </a:spcAft>
              <a:buNone/>
            </a:pPr>
            <a:r>
              <a:rPr lang="en" sz="1600" b="1">
                <a:latin typeface="Trebuchet MS"/>
                <a:ea typeface="Trebuchet MS"/>
                <a:cs typeface="Trebuchet MS"/>
                <a:sym typeface="Trebuchet MS"/>
              </a:rPr>
              <a:t>Preprocessing affects results</a:t>
            </a:r>
            <a:endParaRPr sz="1600" b="1">
              <a:latin typeface="Trebuchet MS"/>
              <a:ea typeface="Trebuchet MS"/>
              <a:cs typeface="Trebuchet MS"/>
              <a:sym typeface="Trebuchet MS"/>
            </a:endParaRPr>
          </a:p>
          <a:p>
            <a:pPr marL="457200" lvl="0" indent="-330200" algn="l" rtl="0">
              <a:lnSpc>
                <a:spcPct val="115000"/>
              </a:lnSpc>
              <a:spcBef>
                <a:spcPts val="1200"/>
              </a:spcBef>
              <a:spcAft>
                <a:spcPts val="0"/>
              </a:spcAft>
              <a:buSzPts val="1600"/>
              <a:buFont typeface="Trebuchet MS"/>
              <a:buChar char="●"/>
            </a:pPr>
            <a:r>
              <a:rPr lang="en" sz="1600">
                <a:latin typeface="Trebuchet MS"/>
                <a:ea typeface="Trebuchet MS"/>
                <a:cs typeface="Trebuchet MS"/>
                <a:sym typeface="Trebuchet MS"/>
              </a:rPr>
              <a:t>Zero handling impacts log₂ transformation and fold-change</a:t>
            </a:r>
            <a:endParaRPr sz="1600">
              <a:latin typeface="Trebuchet MS"/>
              <a:ea typeface="Trebuchet MS"/>
              <a:cs typeface="Trebuchet MS"/>
              <a:sym typeface="Trebuchet MS"/>
            </a:endParaRPr>
          </a:p>
          <a:p>
            <a:pPr marL="0" lvl="0" indent="0" algn="l" rtl="0">
              <a:lnSpc>
                <a:spcPct val="115000"/>
              </a:lnSpc>
              <a:spcBef>
                <a:spcPts val="1200"/>
              </a:spcBef>
              <a:spcAft>
                <a:spcPts val="0"/>
              </a:spcAft>
              <a:buNone/>
            </a:pPr>
            <a:r>
              <a:rPr lang="en" sz="1600" b="1">
                <a:latin typeface="Trebuchet MS"/>
                <a:ea typeface="Trebuchet MS"/>
                <a:cs typeface="Trebuchet MS"/>
                <a:sym typeface="Trebuchet MS"/>
              </a:rPr>
              <a:t>Always visually validate outputs</a:t>
            </a:r>
            <a:endParaRPr sz="1600" b="1">
              <a:latin typeface="Trebuchet MS"/>
              <a:ea typeface="Trebuchet MS"/>
              <a:cs typeface="Trebuchet MS"/>
              <a:sym typeface="Trebuchet MS"/>
            </a:endParaRPr>
          </a:p>
          <a:p>
            <a:pPr marL="457200" lvl="0" indent="-330200" algn="l" rtl="0">
              <a:lnSpc>
                <a:spcPct val="115000"/>
              </a:lnSpc>
              <a:spcBef>
                <a:spcPts val="1200"/>
              </a:spcBef>
              <a:spcAft>
                <a:spcPts val="0"/>
              </a:spcAft>
              <a:buSzPts val="1600"/>
              <a:buFont typeface="Trebuchet MS"/>
              <a:buChar char="●"/>
            </a:pPr>
            <a:r>
              <a:rPr lang="en" sz="1600">
                <a:latin typeface="Trebuchet MS"/>
                <a:ea typeface="Trebuchet MS"/>
                <a:cs typeface="Trebuchet MS"/>
                <a:sym typeface="Trebuchet MS"/>
              </a:rPr>
              <a:t>Coding errors can silently produce incorrect results, such as an all-NA heatmap</a:t>
            </a:r>
            <a:endParaRPr sz="1600">
              <a:latin typeface="Trebuchet MS"/>
              <a:ea typeface="Trebuchet MS"/>
              <a:cs typeface="Trebuchet MS"/>
              <a:sym typeface="Trebuchet MS"/>
            </a:endParaRPr>
          </a:p>
          <a:p>
            <a:pPr marL="0" lvl="0" indent="0" algn="l" rtl="0">
              <a:lnSpc>
                <a:spcPct val="115000"/>
              </a:lnSpc>
              <a:spcBef>
                <a:spcPts val="1200"/>
              </a:spcBef>
              <a:spcAft>
                <a:spcPts val="0"/>
              </a:spcAft>
              <a:buNone/>
            </a:pPr>
            <a:r>
              <a:rPr lang="en" sz="1600" b="1">
                <a:latin typeface="Trebuchet MS"/>
                <a:ea typeface="Trebuchet MS"/>
                <a:cs typeface="Trebuchet MS"/>
                <a:sym typeface="Trebuchet MS"/>
              </a:rPr>
              <a:t>More about Principal component analysis</a:t>
            </a:r>
            <a:endParaRPr sz="1600" b="1">
              <a:latin typeface="Trebuchet MS"/>
              <a:ea typeface="Trebuchet MS"/>
              <a:cs typeface="Trebuchet MS"/>
              <a:sym typeface="Trebuchet MS"/>
            </a:endParaRPr>
          </a:p>
          <a:p>
            <a:pPr marL="0" marR="0" lvl="0" indent="0" algn="l" rtl="0">
              <a:spcBef>
                <a:spcPts val="1200"/>
              </a:spcBef>
              <a:spcAft>
                <a:spcPts val="0"/>
              </a:spcAft>
              <a:buNone/>
            </a:pPr>
            <a:endParaRPr sz="1800">
              <a:solidFill>
                <a:schemeClr val="dk1"/>
              </a:solidFill>
              <a:latin typeface="Trebuchet MS"/>
              <a:ea typeface="Trebuchet MS"/>
              <a:cs typeface="Trebuchet MS"/>
              <a:sym typeface="Trebuchet MS"/>
            </a:endParaRPr>
          </a:p>
        </p:txBody>
      </p:sp>
      <p:sp>
        <p:nvSpPr>
          <p:cNvPr id="231" name="Google Shape;231;p33"/>
          <p:cNvSpPr txBox="1">
            <a:spLocks noGrp="1"/>
          </p:cNvSpPr>
          <p:nvPr>
            <p:ph type="sldNum" idx="12"/>
          </p:nvPr>
        </p:nvSpPr>
        <p:spPr>
          <a:xfrm>
            <a:off x="7118375" y="4780027"/>
            <a:ext cx="16002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5"/>
        <p:cNvGrpSpPr/>
        <p:nvPr/>
      </p:nvGrpSpPr>
      <p:grpSpPr>
        <a:xfrm>
          <a:off x="0" y="0"/>
          <a:ext cx="0" cy="0"/>
          <a:chOff x="0" y="0"/>
          <a:chExt cx="0" cy="0"/>
        </a:xfrm>
      </p:grpSpPr>
      <p:sp>
        <p:nvSpPr>
          <p:cNvPr id="236" name="Google Shape;236;p34"/>
          <p:cNvSpPr/>
          <p:nvPr/>
        </p:nvSpPr>
        <p:spPr>
          <a:xfrm>
            <a:off x="651510" y="891540"/>
            <a:ext cx="7840751" cy="7144"/>
          </a:xfrm>
          <a:prstGeom prst="rect">
            <a:avLst/>
          </a:prstGeom>
          <a:solidFill>
            <a:srgbClr val="D8D2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237" name="Google Shape;237;p34"/>
          <p:cNvSpPr txBox="1"/>
          <p:nvPr/>
        </p:nvSpPr>
        <p:spPr>
          <a:xfrm>
            <a:off x="651510" y="411480"/>
            <a:ext cx="5006340" cy="425261"/>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None/>
            </a:pPr>
            <a:r>
              <a:rPr lang="en" sz="2400" b="1" i="0" cap="none">
                <a:solidFill>
                  <a:srgbClr val="2C7A7B"/>
                </a:solidFill>
                <a:latin typeface="Trebuchet MS"/>
                <a:ea typeface="Trebuchet MS"/>
                <a:cs typeface="Trebuchet MS"/>
                <a:sym typeface="Trebuchet MS"/>
              </a:rPr>
              <a:t>ANALYSIS</a:t>
            </a:r>
            <a:endParaRPr sz="2400" b="1" i="0" cap="none">
              <a:solidFill>
                <a:srgbClr val="2C7A7B"/>
              </a:solidFill>
              <a:latin typeface="Trebuchet MS"/>
              <a:ea typeface="Trebuchet MS"/>
              <a:cs typeface="Trebuchet MS"/>
              <a:sym typeface="Trebuchet MS"/>
            </a:endParaRPr>
          </a:p>
        </p:txBody>
      </p:sp>
      <p:cxnSp>
        <p:nvCxnSpPr>
          <p:cNvPr id="238" name="Google Shape;238;p34"/>
          <p:cNvCxnSpPr/>
          <p:nvPr/>
        </p:nvCxnSpPr>
        <p:spPr>
          <a:xfrm>
            <a:off x="651510" y="891540"/>
            <a:ext cx="589788" cy="0"/>
          </a:xfrm>
          <a:prstGeom prst="straightConnector1">
            <a:avLst/>
          </a:prstGeom>
          <a:noFill/>
          <a:ln w="28575" cap="flat" cmpd="sng">
            <a:solidFill>
              <a:srgbClr val="2C7A7B"/>
            </a:solidFill>
            <a:prstDash val="solid"/>
            <a:round/>
            <a:headEnd type="none" w="sm" len="sm"/>
            <a:tailEnd type="none" w="sm" len="sm"/>
          </a:ln>
        </p:spPr>
      </p:cxnSp>
      <p:cxnSp>
        <p:nvCxnSpPr>
          <p:cNvPr id="239" name="Google Shape;239;p34"/>
          <p:cNvCxnSpPr/>
          <p:nvPr/>
        </p:nvCxnSpPr>
        <p:spPr>
          <a:xfrm>
            <a:off x="651510" y="4786884"/>
            <a:ext cx="7838694" cy="0"/>
          </a:xfrm>
          <a:prstGeom prst="straightConnector1">
            <a:avLst/>
          </a:prstGeom>
          <a:noFill/>
          <a:ln w="9525" cap="flat" cmpd="sng">
            <a:solidFill>
              <a:srgbClr val="D8D2C6"/>
            </a:solidFill>
            <a:prstDash val="solid"/>
            <a:round/>
            <a:headEnd type="none" w="sm" len="sm"/>
            <a:tailEnd type="none" w="sm" len="sm"/>
          </a:ln>
        </p:spPr>
      </p:cxnSp>
      <p:sp>
        <p:nvSpPr>
          <p:cNvPr id="240" name="Google Shape;240;p34"/>
          <p:cNvSpPr txBox="1"/>
          <p:nvPr/>
        </p:nvSpPr>
        <p:spPr>
          <a:xfrm>
            <a:off x="2871534" y="35480"/>
            <a:ext cx="5618700" cy="515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100"/>
          </a:p>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41" name="Google Shape;241;p34"/>
          <p:cNvSpPr txBox="1">
            <a:spLocks noGrp="1"/>
          </p:cNvSpPr>
          <p:nvPr>
            <p:ph type="sldNum" idx="12"/>
          </p:nvPr>
        </p:nvSpPr>
        <p:spPr>
          <a:xfrm>
            <a:off x="7118375" y="4780027"/>
            <a:ext cx="16002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9</a:t>
            </a:fld>
            <a:endParaRPr/>
          </a:p>
        </p:txBody>
      </p:sp>
      <p:graphicFrame>
        <p:nvGraphicFramePr>
          <p:cNvPr id="242" name="Google Shape;242;p34"/>
          <p:cNvGraphicFramePr/>
          <p:nvPr/>
        </p:nvGraphicFramePr>
        <p:xfrm>
          <a:off x="651500" y="1114300"/>
          <a:ext cx="3000000" cy="3000000"/>
        </p:xfrm>
        <a:graphic>
          <a:graphicData uri="http://schemas.openxmlformats.org/drawingml/2006/table">
            <a:tbl>
              <a:tblPr>
                <a:noFill/>
                <a:tableStyleId>{10186F60-7548-4357-8D7D-44B4FBEC7135}</a:tableStyleId>
              </a:tblPr>
              <a:tblGrid>
                <a:gridCol w="2238400">
                  <a:extLst>
                    <a:ext uri="{9D8B030D-6E8A-4147-A177-3AD203B41FA5}">
                      <a16:colId xmlns:a16="http://schemas.microsoft.com/office/drawing/2014/main" val="20000"/>
                    </a:ext>
                  </a:extLst>
                </a:gridCol>
                <a:gridCol w="56817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 sz="1800" b="1"/>
                        <a:t>Analysis</a:t>
                      </a:r>
                      <a:endParaRPr sz="1800" b="1"/>
                    </a:p>
                  </a:txBody>
                  <a:tcPr marL="91425" marR="91425" marT="91425" marB="91425"/>
                </a:tc>
                <a:tc>
                  <a:txBody>
                    <a:bodyPr/>
                    <a:lstStyle/>
                    <a:p>
                      <a:pPr marL="0" lvl="0" indent="0" algn="l" rtl="0">
                        <a:spcBef>
                          <a:spcPts val="0"/>
                        </a:spcBef>
                        <a:spcAft>
                          <a:spcPts val="0"/>
                        </a:spcAft>
                        <a:buNone/>
                      </a:pPr>
                      <a:r>
                        <a:rPr lang="en" sz="1800" b="1"/>
                        <a:t>Why</a:t>
                      </a:r>
                      <a:endParaRPr sz="1800"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700">
                          <a:solidFill>
                            <a:schemeClr val="dk1"/>
                          </a:solidFill>
                          <a:latin typeface="Trebuchet MS"/>
                          <a:ea typeface="Trebuchet MS"/>
                          <a:cs typeface="Trebuchet MS"/>
                          <a:sym typeface="Trebuchet MS"/>
                        </a:rPr>
                        <a:t>Exploratory Analysis</a:t>
                      </a:r>
                      <a:endParaRPr/>
                    </a:p>
                  </a:txBody>
                  <a:tcPr marL="91425" marR="91425" marT="91425" marB="91425"/>
                </a:tc>
                <a:tc>
                  <a:txBody>
                    <a:bodyPr/>
                    <a:lstStyle/>
                    <a:p>
                      <a:pPr marL="0" lvl="0" indent="0" algn="l" rtl="0">
                        <a:spcBef>
                          <a:spcPts val="0"/>
                        </a:spcBef>
                        <a:spcAft>
                          <a:spcPts val="0"/>
                        </a:spcAft>
                        <a:buNone/>
                      </a:pPr>
                      <a:r>
                        <a:rPr lang="en" sz="1700">
                          <a:solidFill>
                            <a:schemeClr val="dk1"/>
                          </a:solidFill>
                          <a:latin typeface="Trebuchet MS"/>
                          <a:ea typeface="Trebuchet MS"/>
                          <a:cs typeface="Trebuchet MS"/>
                          <a:sym typeface="Trebuchet MS"/>
                        </a:rPr>
                        <a:t>Compare metabolite detection across cultures</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700">
                          <a:solidFill>
                            <a:schemeClr val="dk1"/>
                          </a:solidFill>
                          <a:latin typeface="Trebuchet MS"/>
                          <a:ea typeface="Trebuchet MS"/>
                          <a:cs typeface="Trebuchet MS"/>
                          <a:sym typeface="Trebuchet MS"/>
                        </a:rPr>
                        <a:t>Principal Component Analysis</a:t>
                      </a:r>
                      <a:endParaRPr/>
                    </a:p>
                  </a:txBody>
                  <a:tcPr marL="91425" marR="91425" marT="91425" marB="91425"/>
                </a:tc>
                <a:tc>
                  <a:txBody>
                    <a:bodyPr/>
                    <a:lstStyle/>
                    <a:p>
                      <a:pPr marL="0" lvl="0" indent="0" algn="l" rtl="0">
                        <a:spcBef>
                          <a:spcPts val="0"/>
                        </a:spcBef>
                        <a:spcAft>
                          <a:spcPts val="0"/>
                        </a:spcAft>
                        <a:buNone/>
                      </a:pPr>
                      <a:r>
                        <a:rPr lang="en" sz="1700">
                          <a:solidFill>
                            <a:schemeClr val="dk1"/>
                          </a:solidFill>
                          <a:latin typeface="Trebuchet MS"/>
                          <a:ea typeface="Trebuchet MS"/>
                          <a:cs typeface="Trebuchet MS"/>
                          <a:sym typeface="Trebuchet MS"/>
                        </a:rPr>
                        <a:t>Explore overall metabolome patterns and clustering</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700">
                          <a:solidFill>
                            <a:schemeClr val="dk1"/>
                          </a:solidFill>
                          <a:latin typeface="Trebuchet MS"/>
                          <a:ea typeface="Trebuchet MS"/>
                          <a:cs typeface="Trebuchet MS"/>
                          <a:sym typeface="Trebuchet MS"/>
                        </a:rPr>
                        <a:t>Log2-Fold Change</a:t>
                      </a:r>
                      <a:endParaRPr/>
                    </a:p>
                  </a:txBody>
                  <a:tcPr marL="91425" marR="91425" marT="91425" marB="91425"/>
                </a:tc>
                <a:tc>
                  <a:txBody>
                    <a:bodyPr/>
                    <a:lstStyle/>
                    <a:p>
                      <a:pPr marL="0" lvl="0" indent="0" algn="l" rtl="0">
                        <a:spcBef>
                          <a:spcPts val="0"/>
                        </a:spcBef>
                        <a:spcAft>
                          <a:spcPts val="0"/>
                        </a:spcAft>
                        <a:buNone/>
                      </a:pPr>
                      <a:r>
                        <a:rPr lang="en" sz="1700">
                          <a:solidFill>
                            <a:schemeClr val="dk1"/>
                          </a:solidFill>
                          <a:latin typeface="Trebuchet MS"/>
                          <a:ea typeface="Trebuchet MS"/>
                          <a:cs typeface="Trebuchet MS"/>
                          <a:sym typeface="Trebuchet MS"/>
                        </a:rPr>
                        <a:t>Qualify changes in metabolites differing across co-cultures</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700">
                          <a:solidFill>
                            <a:schemeClr val="dk1"/>
                          </a:solidFill>
                          <a:latin typeface="Trebuchet MS"/>
                          <a:ea typeface="Trebuchet MS"/>
                          <a:cs typeface="Trebuchet MS"/>
                          <a:sym typeface="Trebuchet MS"/>
                        </a:rPr>
                        <a:t>Pathway Analysis</a:t>
                      </a:r>
                      <a:endParaRPr/>
                    </a:p>
                  </a:txBody>
                  <a:tcPr marL="91425" marR="91425" marT="91425" marB="91425"/>
                </a:tc>
                <a:tc>
                  <a:txBody>
                    <a:bodyPr/>
                    <a:lstStyle/>
                    <a:p>
                      <a:pPr marL="0" lvl="0" indent="0" algn="l" rtl="0">
                        <a:spcBef>
                          <a:spcPts val="0"/>
                        </a:spcBef>
                        <a:spcAft>
                          <a:spcPts val="0"/>
                        </a:spcAft>
                        <a:buNone/>
                      </a:pPr>
                      <a:r>
                        <a:rPr lang="en" sz="1700">
                          <a:solidFill>
                            <a:schemeClr val="dk1"/>
                          </a:solidFill>
                          <a:latin typeface="Trebuchet MS"/>
                          <a:ea typeface="Trebuchet MS"/>
                          <a:cs typeface="Trebuchet MS"/>
                          <a:sym typeface="Trebuchet MS"/>
                        </a:rPr>
                        <a:t>Compare metabolites specific to certain pathways</a:t>
                      </a:r>
                      <a:endParaRPr/>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p35"/>
          <p:cNvPicPr preferRelativeResize="0"/>
          <p:nvPr/>
        </p:nvPicPr>
        <p:blipFill>
          <a:blip r:embed="rId3">
            <a:alphaModFix/>
          </a:blip>
          <a:stretch>
            <a:fillRect/>
          </a:stretch>
        </p:blipFill>
        <p:spPr>
          <a:xfrm>
            <a:off x="1278325" y="1233400"/>
            <a:ext cx="5965424" cy="2859575"/>
          </a:xfrm>
          <a:prstGeom prst="rect">
            <a:avLst/>
          </a:prstGeom>
          <a:noFill/>
          <a:ln>
            <a:noFill/>
          </a:ln>
        </p:spPr>
      </p:pic>
      <p:sp>
        <p:nvSpPr>
          <p:cNvPr id="248" name="Google Shape;248;p35"/>
          <p:cNvSpPr/>
          <p:nvPr/>
        </p:nvSpPr>
        <p:spPr>
          <a:xfrm>
            <a:off x="651510" y="891540"/>
            <a:ext cx="7840800" cy="7200"/>
          </a:xfrm>
          <a:prstGeom prst="rect">
            <a:avLst/>
          </a:prstGeom>
          <a:solidFill>
            <a:srgbClr val="D8D2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249" name="Google Shape;249;p35"/>
          <p:cNvSpPr txBox="1"/>
          <p:nvPr/>
        </p:nvSpPr>
        <p:spPr>
          <a:xfrm>
            <a:off x="651510" y="411480"/>
            <a:ext cx="5006400" cy="3693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None/>
            </a:pPr>
            <a:r>
              <a:rPr lang="en" sz="2400" b="1" i="0" cap="none">
                <a:solidFill>
                  <a:srgbClr val="2C7A7B"/>
                </a:solidFill>
                <a:latin typeface="Trebuchet MS"/>
                <a:ea typeface="Trebuchet MS"/>
                <a:cs typeface="Trebuchet MS"/>
                <a:sym typeface="Trebuchet MS"/>
              </a:rPr>
              <a:t>RESULTS</a:t>
            </a:r>
            <a:endParaRPr sz="2400" b="1" i="0" cap="none">
              <a:solidFill>
                <a:srgbClr val="2C7A7B"/>
              </a:solidFill>
              <a:latin typeface="Trebuchet MS"/>
              <a:ea typeface="Trebuchet MS"/>
              <a:cs typeface="Trebuchet MS"/>
              <a:sym typeface="Trebuchet MS"/>
            </a:endParaRPr>
          </a:p>
        </p:txBody>
      </p:sp>
      <p:cxnSp>
        <p:nvCxnSpPr>
          <p:cNvPr id="250" name="Google Shape;250;p35"/>
          <p:cNvCxnSpPr/>
          <p:nvPr/>
        </p:nvCxnSpPr>
        <p:spPr>
          <a:xfrm>
            <a:off x="651510" y="891540"/>
            <a:ext cx="589800" cy="0"/>
          </a:xfrm>
          <a:prstGeom prst="straightConnector1">
            <a:avLst/>
          </a:prstGeom>
          <a:noFill/>
          <a:ln w="28575" cap="flat" cmpd="sng">
            <a:solidFill>
              <a:srgbClr val="2C7A7B"/>
            </a:solidFill>
            <a:prstDash val="solid"/>
            <a:round/>
            <a:headEnd type="none" w="sm" len="sm"/>
            <a:tailEnd type="none" w="sm" len="sm"/>
          </a:ln>
        </p:spPr>
      </p:cxnSp>
      <p:sp>
        <p:nvSpPr>
          <p:cNvPr id="251" name="Google Shape;251;p35"/>
          <p:cNvSpPr txBox="1"/>
          <p:nvPr/>
        </p:nvSpPr>
        <p:spPr>
          <a:xfrm>
            <a:off x="1618750" y="4092975"/>
            <a:ext cx="5625000" cy="7143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 sz="1600" u="sng"/>
              <a:t>Figure. Number of metabolites detected in each culture. </a:t>
            </a:r>
            <a:br>
              <a:rPr lang="en" sz="1600" u="sng"/>
            </a:br>
            <a:r>
              <a:rPr lang="en" sz="1600" u="sng"/>
              <a:t>Total 104 unique metabolites detected in the study.</a:t>
            </a:r>
            <a:endParaRPr sz="1600" u="sng"/>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pic>
        <p:nvPicPr>
          <p:cNvPr id="256" name="Google Shape;256;p36"/>
          <p:cNvPicPr preferRelativeResize="0"/>
          <p:nvPr/>
        </p:nvPicPr>
        <p:blipFill>
          <a:blip r:embed="rId3">
            <a:alphaModFix/>
          </a:blip>
          <a:stretch>
            <a:fillRect/>
          </a:stretch>
        </p:blipFill>
        <p:spPr>
          <a:xfrm>
            <a:off x="233675" y="1157825"/>
            <a:ext cx="4020870" cy="2728025"/>
          </a:xfrm>
          <a:prstGeom prst="rect">
            <a:avLst/>
          </a:prstGeom>
          <a:noFill/>
          <a:ln>
            <a:noFill/>
          </a:ln>
        </p:spPr>
      </p:pic>
      <p:sp>
        <p:nvSpPr>
          <p:cNvPr id="257" name="Google Shape;257;p36"/>
          <p:cNvSpPr/>
          <p:nvPr/>
        </p:nvSpPr>
        <p:spPr>
          <a:xfrm>
            <a:off x="651510" y="891540"/>
            <a:ext cx="7840800" cy="7200"/>
          </a:xfrm>
          <a:prstGeom prst="rect">
            <a:avLst/>
          </a:prstGeom>
          <a:solidFill>
            <a:srgbClr val="D8D2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258" name="Google Shape;258;p36"/>
          <p:cNvSpPr txBox="1"/>
          <p:nvPr/>
        </p:nvSpPr>
        <p:spPr>
          <a:xfrm>
            <a:off x="651510" y="411480"/>
            <a:ext cx="5006400" cy="3693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None/>
            </a:pPr>
            <a:r>
              <a:rPr lang="en" sz="2400" b="1" i="0" cap="none">
                <a:solidFill>
                  <a:srgbClr val="2C7A7B"/>
                </a:solidFill>
                <a:latin typeface="Trebuchet MS"/>
                <a:ea typeface="Trebuchet MS"/>
                <a:cs typeface="Trebuchet MS"/>
                <a:sym typeface="Trebuchet MS"/>
              </a:rPr>
              <a:t>RESULTS</a:t>
            </a:r>
            <a:endParaRPr sz="2400" b="1" i="0" cap="none">
              <a:solidFill>
                <a:srgbClr val="2C7A7B"/>
              </a:solidFill>
              <a:latin typeface="Trebuchet MS"/>
              <a:ea typeface="Trebuchet MS"/>
              <a:cs typeface="Trebuchet MS"/>
              <a:sym typeface="Trebuchet MS"/>
            </a:endParaRPr>
          </a:p>
        </p:txBody>
      </p:sp>
      <p:cxnSp>
        <p:nvCxnSpPr>
          <p:cNvPr id="259" name="Google Shape;259;p36"/>
          <p:cNvCxnSpPr/>
          <p:nvPr/>
        </p:nvCxnSpPr>
        <p:spPr>
          <a:xfrm>
            <a:off x="651510" y="891540"/>
            <a:ext cx="589800" cy="0"/>
          </a:xfrm>
          <a:prstGeom prst="straightConnector1">
            <a:avLst/>
          </a:prstGeom>
          <a:noFill/>
          <a:ln w="28575" cap="flat" cmpd="sng">
            <a:solidFill>
              <a:srgbClr val="2C7A7B"/>
            </a:solidFill>
            <a:prstDash val="solid"/>
            <a:round/>
            <a:headEnd type="none" w="sm" len="sm"/>
            <a:tailEnd type="none" w="sm" len="sm"/>
          </a:ln>
        </p:spPr>
      </p:cxnSp>
      <p:sp>
        <p:nvSpPr>
          <p:cNvPr id="260" name="Google Shape;260;p36"/>
          <p:cNvSpPr txBox="1"/>
          <p:nvPr/>
        </p:nvSpPr>
        <p:spPr>
          <a:xfrm>
            <a:off x="389175" y="3885850"/>
            <a:ext cx="3420900" cy="9975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 sz="1600" u="sng"/>
              <a:t>Figure. PCA plot of samples from the different cultures/co-cultures showing 4 distinct clusters</a:t>
            </a:r>
            <a:endParaRPr sz="1600" u="sng"/>
          </a:p>
        </p:txBody>
      </p:sp>
      <p:sp>
        <p:nvSpPr>
          <p:cNvPr id="261" name="Google Shape;261;p36"/>
          <p:cNvSpPr txBox="1"/>
          <p:nvPr/>
        </p:nvSpPr>
        <p:spPr>
          <a:xfrm>
            <a:off x="4278038" y="3885850"/>
            <a:ext cx="4521300" cy="7143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 sz="1600" u="sng"/>
              <a:t>Figure. Plot of PC2 vs PC1 showing metabolites associated with different quadrants</a:t>
            </a:r>
            <a:endParaRPr sz="1600" u="sng"/>
          </a:p>
        </p:txBody>
      </p:sp>
      <p:pic>
        <p:nvPicPr>
          <p:cNvPr id="262" name="Google Shape;262;p36"/>
          <p:cNvPicPr preferRelativeResize="0"/>
          <p:nvPr/>
        </p:nvPicPr>
        <p:blipFill>
          <a:blip r:embed="rId4">
            <a:alphaModFix/>
          </a:blip>
          <a:stretch>
            <a:fillRect/>
          </a:stretch>
        </p:blipFill>
        <p:spPr>
          <a:xfrm>
            <a:off x="4406950" y="1094988"/>
            <a:ext cx="4250223" cy="29220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7"/>
          <p:cNvSpPr/>
          <p:nvPr/>
        </p:nvSpPr>
        <p:spPr>
          <a:xfrm>
            <a:off x="651510" y="891540"/>
            <a:ext cx="7840800" cy="7200"/>
          </a:xfrm>
          <a:prstGeom prst="rect">
            <a:avLst/>
          </a:prstGeom>
          <a:solidFill>
            <a:srgbClr val="D8D2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268" name="Google Shape;268;p37"/>
          <p:cNvSpPr txBox="1"/>
          <p:nvPr/>
        </p:nvSpPr>
        <p:spPr>
          <a:xfrm>
            <a:off x="651510" y="411480"/>
            <a:ext cx="5006400" cy="3693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None/>
            </a:pPr>
            <a:r>
              <a:rPr lang="en" sz="2400" b="1" i="0" cap="none">
                <a:solidFill>
                  <a:srgbClr val="2C7A7B"/>
                </a:solidFill>
                <a:latin typeface="Trebuchet MS"/>
                <a:ea typeface="Trebuchet MS"/>
                <a:cs typeface="Trebuchet MS"/>
                <a:sym typeface="Trebuchet MS"/>
              </a:rPr>
              <a:t>RESULTS</a:t>
            </a:r>
            <a:endParaRPr sz="2400" b="1" i="0" cap="none">
              <a:solidFill>
                <a:srgbClr val="2C7A7B"/>
              </a:solidFill>
              <a:latin typeface="Trebuchet MS"/>
              <a:ea typeface="Trebuchet MS"/>
              <a:cs typeface="Trebuchet MS"/>
              <a:sym typeface="Trebuchet MS"/>
            </a:endParaRPr>
          </a:p>
        </p:txBody>
      </p:sp>
      <p:cxnSp>
        <p:nvCxnSpPr>
          <p:cNvPr id="269" name="Google Shape;269;p37"/>
          <p:cNvCxnSpPr/>
          <p:nvPr/>
        </p:nvCxnSpPr>
        <p:spPr>
          <a:xfrm>
            <a:off x="651510" y="891540"/>
            <a:ext cx="589800" cy="0"/>
          </a:xfrm>
          <a:prstGeom prst="straightConnector1">
            <a:avLst/>
          </a:prstGeom>
          <a:noFill/>
          <a:ln w="28575" cap="flat" cmpd="sng">
            <a:solidFill>
              <a:srgbClr val="2C7A7B"/>
            </a:solidFill>
            <a:prstDash val="solid"/>
            <a:round/>
            <a:headEnd type="none" w="sm" len="sm"/>
            <a:tailEnd type="none" w="sm" len="sm"/>
          </a:ln>
        </p:spPr>
      </p:cxnSp>
      <p:pic>
        <p:nvPicPr>
          <p:cNvPr id="270" name="Google Shape;270;p37"/>
          <p:cNvPicPr preferRelativeResize="0"/>
          <p:nvPr/>
        </p:nvPicPr>
        <p:blipFill rotWithShape="1">
          <a:blip r:embed="rId3">
            <a:alphaModFix/>
          </a:blip>
          <a:srcRect r="21489"/>
          <a:stretch/>
        </p:blipFill>
        <p:spPr>
          <a:xfrm>
            <a:off x="3518425" y="158750"/>
            <a:ext cx="5625574" cy="4833525"/>
          </a:xfrm>
          <a:prstGeom prst="rect">
            <a:avLst/>
          </a:prstGeom>
          <a:noFill/>
          <a:ln>
            <a:noFill/>
          </a:ln>
        </p:spPr>
      </p:pic>
      <p:sp>
        <p:nvSpPr>
          <p:cNvPr id="271" name="Google Shape;271;p37"/>
          <p:cNvSpPr txBox="1"/>
          <p:nvPr/>
        </p:nvSpPr>
        <p:spPr>
          <a:xfrm>
            <a:off x="651505" y="1067975"/>
            <a:ext cx="2724000" cy="20088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800" u="sng">
                <a:solidFill>
                  <a:schemeClr val="dk1"/>
                </a:solidFill>
                <a:latin typeface="Trebuchet MS"/>
                <a:ea typeface="Trebuchet MS"/>
                <a:cs typeface="Trebuchet MS"/>
                <a:sym typeface="Trebuchet MS"/>
              </a:rPr>
              <a:t>Figure. Log2fold change plot of metabolites change showing significant changes in F. nucleatum with S. gondii vs F. nucleatum alone</a:t>
            </a:r>
            <a:endParaRPr sz="1800" u="sng">
              <a:solidFill>
                <a:schemeClr val="dk1"/>
              </a:solidFill>
              <a:latin typeface="Trebuchet MS"/>
              <a:ea typeface="Trebuchet MS"/>
              <a:cs typeface="Trebuchet MS"/>
              <a:sym typeface="Trebuchet MS"/>
            </a:endParaRPr>
          </a:p>
          <a:p>
            <a:pPr marL="0" marR="0" lvl="0" indent="0" algn="l" rtl="0">
              <a:spcBef>
                <a:spcPts val="0"/>
              </a:spcBef>
              <a:spcAft>
                <a:spcPts val="0"/>
              </a:spcAft>
              <a:buNone/>
            </a:pPr>
            <a:endParaRPr sz="1800" u="sng">
              <a:solidFill>
                <a:schemeClr val="dk1"/>
              </a:solidFill>
              <a:latin typeface="Trebuchet MS"/>
              <a:ea typeface="Trebuchet MS"/>
              <a:cs typeface="Trebuchet MS"/>
              <a:sym typeface="Trebuchet M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8"/>
          <p:cNvSpPr/>
          <p:nvPr/>
        </p:nvSpPr>
        <p:spPr>
          <a:xfrm>
            <a:off x="651510" y="891540"/>
            <a:ext cx="7840800" cy="7200"/>
          </a:xfrm>
          <a:prstGeom prst="rect">
            <a:avLst/>
          </a:prstGeom>
          <a:solidFill>
            <a:srgbClr val="D8D2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277" name="Google Shape;277;p38"/>
          <p:cNvSpPr txBox="1"/>
          <p:nvPr/>
        </p:nvSpPr>
        <p:spPr>
          <a:xfrm>
            <a:off x="651510" y="411480"/>
            <a:ext cx="5006400" cy="3693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None/>
            </a:pPr>
            <a:r>
              <a:rPr lang="en" sz="2400" b="1" i="0" cap="none">
                <a:solidFill>
                  <a:srgbClr val="2C7A7B"/>
                </a:solidFill>
                <a:latin typeface="Trebuchet MS"/>
                <a:ea typeface="Trebuchet MS"/>
                <a:cs typeface="Trebuchet MS"/>
                <a:sym typeface="Trebuchet MS"/>
              </a:rPr>
              <a:t>RESULTS</a:t>
            </a:r>
            <a:endParaRPr sz="2400" b="1" i="0" cap="none">
              <a:solidFill>
                <a:srgbClr val="2C7A7B"/>
              </a:solidFill>
              <a:latin typeface="Trebuchet MS"/>
              <a:ea typeface="Trebuchet MS"/>
              <a:cs typeface="Trebuchet MS"/>
              <a:sym typeface="Trebuchet MS"/>
            </a:endParaRPr>
          </a:p>
        </p:txBody>
      </p:sp>
      <p:cxnSp>
        <p:nvCxnSpPr>
          <p:cNvPr id="278" name="Google Shape;278;p38"/>
          <p:cNvCxnSpPr/>
          <p:nvPr/>
        </p:nvCxnSpPr>
        <p:spPr>
          <a:xfrm>
            <a:off x="651510" y="891540"/>
            <a:ext cx="589800" cy="0"/>
          </a:xfrm>
          <a:prstGeom prst="straightConnector1">
            <a:avLst/>
          </a:prstGeom>
          <a:noFill/>
          <a:ln w="28575" cap="flat" cmpd="sng">
            <a:solidFill>
              <a:srgbClr val="2C7A7B"/>
            </a:solidFill>
            <a:prstDash val="solid"/>
            <a:round/>
            <a:headEnd type="none" w="sm" len="sm"/>
            <a:tailEnd type="none" w="sm" len="sm"/>
          </a:ln>
        </p:spPr>
      </p:cxnSp>
      <p:pic>
        <p:nvPicPr>
          <p:cNvPr id="279" name="Google Shape;279;p38"/>
          <p:cNvPicPr preferRelativeResize="0"/>
          <p:nvPr/>
        </p:nvPicPr>
        <p:blipFill rotWithShape="1">
          <a:blip r:embed="rId3">
            <a:alphaModFix/>
          </a:blip>
          <a:srcRect r="21489"/>
          <a:stretch/>
        </p:blipFill>
        <p:spPr>
          <a:xfrm>
            <a:off x="3518425" y="158750"/>
            <a:ext cx="5625574" cy="4833525"/>
          </a:xfrm>
          <a:prstGeom prst="rect">
            <a:avLst/>
          </a:prstGeom>
          <a:noFill/>
          <a:ln>
            <a:noFill/>
          </a:ln>
        </p:spPr>
      </p:pic>
      <p:sp>
        <p:nvSpPr>
          <p:cNvPr id="280" name="Google Shape;280;p38"/>
          <p:cNvSpPr txBox="1"/>
          <p:nvPr/>
        </p:nvSpPr>
        <p:spPr>
          <a:xfrm>
            <a:off x="651505" y="1067975"/>
            <a:ext cx="2724000" cy="20088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800" u="sng">
                <a:solidFill>
                  <a:schemeClr val="dk1"/>
                </a:solidFill>
                <a:latin typeface="Trebuchet MS"/>
                <a:ea typeface="Trebuchet MS"/>
                <a:cs typeface="Trebuchet MS"/>
                <a:sym typeface="Trebuchet MS"/>
              </a:rPr>
              <a:t>Figure. Log2fold change plot of metabolites change showing significant changes in F. nucleatum with S. gondii vs F. nucleatum alone</a:t>
            </a:r>
            <a:endParaRPr sz="1800" u="sng">
              <a:solidFill>
                <a:schemeClr val="dk1"/>
              </a:solidFill>
              <a:latin typeface="Trebuchet MS"/>
              <a:ea typeface="Trebuchet MS"/>
              <a:cs typeface="Trebuchet MS"/>
              <a:sym typeface="Trebuchet MS"/>
            </a:endParaRPr>
          </a:p>
          <a:p>
            <a:pPr marL="0" marR="0" lvl="0" indent="0" algn="l" rtl="0">
              <a:spcBef>
                <a:spcPts val="0"/>
              </a:spcBef>
              <a:spcAft>
                <a:spcPts val="0"/>
              </a:spcAft>
              <a:buNone/>
            </a:pPr>
            <a:endParaRPr sz="1800" u="sng">
              <a:solidFill>
                <a:schemeClr val="dk1"/>
              </a:solidFill>
              <a:latin typeface="Trebuchet MS"/>
              <a:ea typeface="Trebuchet MS"/>
              <a:cs typeface="Trebuchet MS"/>
              <a:sym typeface="Trebuchet MS"/>
            </a:endParaRPr>
          </a:p>
        </p:txBody>
      </p:sp>
      <p:pic>
        <p:nvPicPr>
          <p:cNvPr id="281" name="Google Shape;281;p38" title="Screenshot 2026-09-20 at 11.31.07 AM.png"/>
          <p:cNvPicPr preferRelativeResize="0"/>
          <p:nvPr/>
        </p:nvPicPr>
        <p:blipFill>
          <a:blip r:embed="rId4">
            <a:alphaModFix/>
          </a:blip>
          <a:stretch>
            <a:fillRect/>
          </a:stretch>
        </p:blipFill>
        <p:spPr>
          <a:xfrm>
            <a:off x="165500" y="333478"/>
            <a:ext cx="3292200" cy="46409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9"/>
          <p:cNvSpPr/>
          <p:nvPr/>
        </p:nvSpPr>
        <p:spPr>
          <a:xfrm>
            <a:off x="651510" y="891540"/>
            <a:ext cx="7840800" cy="7200"/>
          </a:xfrm>
          <a:prstGeom prst="rect">
            <a:avLst/>
          </a:prstGeom>
          <a:solidFill>
            <a:srgbClr val="D8D2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287" name="Google Shape;287;p39"/>
          <p:cNvSpPr txBox="1"/>
          <p:nvPr/>
        </p:nvSpPr>
        <p:spPr>
          <a:xfrm>
            <a:off x="651510" y="411480"/>
            <a:ext cx="5006400" cy="3693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None/>
            </a:pPr>
            <a:r>
              <a:rPr lang="en" sz="2400" b="1" i="0" cap="none">
                <a:solidFill>
                  <a:srgbClr val="2C7A7B"/>
                </a:solidFill>
                <a:latin typeface="Trebuchet MS"/>
                <a:ea typeface="Trebuchet MS"/>
                <a:cs typeface="Trebuchet MS"/>
                <a:sym typeface="Trebuchet MS"/>
              </a:rPr>
              <a:t>RESULTS</a:t>
            </a:r>
            <a:endParaRPr sz="2400" b="1" i="0" cap="none">
              <a:solidFill>
                <a:srgbClr val="2C7A7B"/>
              </a:solidFill>
              <a:latin typeface="Trebuchet MS"/>
              <a:ea typeface="Trebuchet MS"/>
              <a:cs typeface="Trebuchet MS"/>
              <a:sym typeface="Trebuchet MS"/>
            </a:endParaRPr>
          </a:p>
        </p:txBody>
      </p:sp>
      <p:cxnSp>
        <p:nvCxnSpPr>
          <p:cNvPr id="288" name="Google Shape;288;p39"/>
          <p:cNvCxnSpPr/>
          <p:nvPr/>
        </p:nvCxnSpPr>
        <p:spPr>
          <a:xfrm>
            <a:off x="651510" y="891540"/>
            <a:ext cx="589800" cy="0"/>
          </a:xfrm>
          <a:prstGeom prst="straightConnector1">
            <a:avLst/>
          </a:prstGeom>
          <a:noFill/>
          <a:ln w="28575" cap="flat" cmpd="sng">
            <a:solidFill>
              <a:srgbClr val="2C7A7B"/>
            </a:solidFill>
            <a:prstDash val="solid"/>
            <a:round/>
            <a:headEnd type="none" w="sm" len="sm"/>
            <a:tailEnd type="none" w="sm" len="sm"/>
          </a:ln>
        </p:spPr>
      </p:cxnSp>
      <p:pic>
        <p:nvPicPr>
          <p:cNvPr id="289" name="Google Shape;289;p39"/>
          <p:cNvPicPr preferRelativeResize="0"/>
          <p:nvPr/>
        </p:nvPicPr>
        <p:blipFill>
          <a:blip r:embed="rId3">
            <a:alphaModFix/>
          </a:blip>
          <a:stretch>
            <a:fillRect/>
          </a:stretch>
        </p:blipFill>
        <p:spPr>
          <a:xfrm>
            <a:off x="3814225" y="619421"/>
            <a:ext cx="5006401" cy="3096728"/>
          </a:xfrm>
          <a:prstGeom prst="rect">
            <a:avLst/>
          </a:prstGeom>
          <a:noFill/>
          <a:ln>
            <a:noFill/>
          </a:ln>
        </p:spPr>
      </p:pic>
      <p:sp>
        <p:nvSpPr>
          <p:cNvPr id="290" name="Google Shape;290;p39"/>
          <p:cNvSpPr txBox="1"/>
          <p:nvPr/>
        </p:nvSpPr>
        <p:spPr>
          <a:xfrm>
            <a:off x="651500" y="1127325"/>
            <a:ext cx="3000000" cy="184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u="sng">
                <a:solidFill>
                  <a:schemeClr val="dk1"/>
                </a:solidFill>
                <a:latin typeface="Trebuchet MS"/>
                <a:ea typeface="Trebuchet MS"/>
                <a:cs typeface="Trebuchet MS"/>
                <a:sym typeface="Trebuchet MS"/>
              </a:rPr>
              <a:t>Figure. Log2fold change plot of metabolites change showing significant changes in F. nucleatum with V. parvula vs F. nucleatum alone</a:t>
            </a:r>
            <a:endParaRPr u="sng"/>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0"/>
          <p:cNvSpPr/>
          <p:nvPr/>
        </p:nvSpPr>
        <p:spPr>
          <a:xfrm>
            <a:off x="651510" y="891540"/>
            <a:ext cx="7840800" cy="7200"/>
          </a:xfrm>
          <a:prstGeom prst="rect">
            <a:avLst/>
          </a:prstGeom>
          <a:solidFill>
            <a:srgbClr val="D8D2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296" name="Google Shape;296;p40"/>
          <p:cNvSpPr txBox="1"/>
          <p:nvPr/>
        </p:nvSpPr>
        <p:spPr>
          <a:xfrm>
            <a:off x="651510" y="411480"/>
            <a:ext cx="5006400" cy="3693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None/>
            </a:pPr>
            <a:r>
              <a:rPr lang="en" sz="2400" b="1" i="0" cap="none">
                <a:solidFill>
                  <a:srgbClr val="2C7A7B"/>
                </a:solidFill>
                <a:latin typeface="Trebuchet MS"/>
                <a:ea typeface="Trebuchet MS"/>
                <a:cs typeface="Trebuchet MS"/>
                <a:sym typeface="Trebuchet MS"/>
              </a:rPr>
              <a:t>RESULTS</a:t>
            </a:r>
            <a:endParaRPr sz="2400" b="1" i="0" cap="none">
              <a:solidFill>
                <a:srgbClr val="2C7A7B"/>
              </a:solidFill>
              <a:latin typeface="Trebuchet MS"/>
              <a:ea typeface="Trebuchet MS"/>
              <a:cs typeface="Trebuchet MS"/>
              <a:sym typeface="Trebuchet MS"/>
            </a:endParaRPr>
          </a:p>
        </p:txBody>
      </p:sp>
      <p:cxnSp>
        <p:nvCxnSpPr>
          <p:cNvPr id="297" name="Google Shape;297;p40"/>
          <p:cNvCxnSpPr/>
          <p:nvPr/>
        </p:nvCxnSpPr>
        <p:spPr>
          <a:xfrm>
            <a:off x="651510" y="891540"/>
            <a:ext cx="589800" cy="0"/>
          </a:xfrm>
          <a:prstGeom prst="straightConnector1">
            <a:avLst/>
          </a:prstGeom>
          <a:noFill/>
          <a:ln w="28575" cap="flat" cmpd="sng">
            <a:solidFill>
              <a:srgbClr val="2C7A7B"/>
            </a:solidFill>
            <a:prstDash val="solid"/>
            <a:round/>
            <a:headEnd type="none" w="sm" len="sm"/>
            <a:tailEnd type="none" w="sm" len="sm"/>
          </a:ln>
        </p:spPr>
      </p:cxnSp>
      <p:pic>
        <p:nvPicPr>
          <p:cNvPr id="298" name="Google Shape;298;p40"/>
          <p:cNvPicPr preferRelativeResize="0"/>
          <p:nvPr/>
        </p:nvPicPr>
        <p:blipFill>
          <a:blip r:embed="rId3">
            <a:alphaModFix/>
          </a:blip>
          <a:stretch>
            <a:fillRect/>
          </a:stretch>
        </p:blipFill>
        <p:spPr>
          <a:xfrm>
            <a:off x="3814225" y="619421"/>
            <a:ext cx="5006401" cy="3096728"/>
          </a:xfrm>
          <a:prstGeom prst="rect">
            <a:avLst/>
          </a:prstGeom>
          <a:noFill/>
          <a:ln>
            <a:noFill/>
          </a:ln>
        </p:spPr>
      </p:pic>
      <p:sp>
        <p:nvSpPr>
          <p:cNvPr id="299" name="Google Shape;299;p40"/>
          <p:cNvSpPr txBox="1"/>
          <p:nvPr/>
        </p:nvSpPr>
        <p:spPr>
          <a:xfrm>
            <a:off x="651500" y="1127325"/>
            <a:ext cx="3000000" cy="184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u="sng">
                <a:solidFill>
                  <a:schemeClr val="dk1"/>
                </a:solidFill>
                <a:latin typeface="Trebuchet MS"/>
                <a:ea typeface="Trebuchet MS"/>
                <a:cs typeface="Trebuchet MS"/>
                <a:sym typeface="Trebuchet MS"/>
              </a:rPr>
              <a:t>Figure. Log2fold change plot of metabolites change showing significant changes in F. nucleatum with V. parvula vs F. nucleatum alone</a:t>
            </a:r>
            <a:endParaRPr u="sng"/>
          </a:p>
        </p:txBody>
      </p:sp>
      <p:pic>
        <p:nvPicPr>
          <p:cNvPr id="300" name="Google Shape;300;p40" title="Screenshot 2026-09-20 at 11.32.26 AM.png"/>
          <p:cNvPicPr preferRelativeResize="0"/>
          <p:nvPr/>
        </p:nvPicPr>
        <p:blipFill>
          <a:blip r:embed="rId4">
            <a:alphaModFix/>
          </a:blip>
          <a:stretch>
            <a:fillRect/>
          </a:stretch>
        </p:blipFill>
        <p:spPr>
          <a:xfrm>
            <a:off x="70200" y="1009525"/>
            <a:ext cx="3644651" cy="2477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41"/>
          <p:cNvSpPr/>
          <p:nvPr/>
        </p:nvSpPr>
        <p:spPr>
          <a:xfrm>
            <a:off x="651510" y="891540"/>
            <a:ext cx="7840800" cy="7200"/>
          </a:xfrm>
          <a:prstGeom prst="rect">
            <a:avLst/>
          </a:prstGeom>
          <a:solidFill>
            <a:srgbClr val="D8D2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306" name="Google Shape;306;p41"/>
          <p:cNvSpPr txBox="1"/>
          <p:nvPr/>
        </p:nvSpPr>
        <p:spPr>
          <a:xfrm>
            <a:off x="651510" y="411480"/>
            <a:ext cx="5006400" cy="3693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None/>
            </a:pPr>
            <a:r>
              <a:rPr lang="en" sz="2400" b="1" i="0" cap="none">
                <a:solidFill>
                  <a:srgbClr val="2C7A7B"/>
                </a:solidFill>
                <a:latin typeface="Trebuchet MS"/>
                <a:ea typeface="Trebuchet MS"/>
                <a:cs typeface="Trebuchet MS"/>
                <a:sym typeface="Trebuchet MS"/>
              </a:rPr>
              <a:t>RESULTS</a:t>
            </a:r>
            <a:endParaRPr sz="2400" b="1" i="0" cap="none">
              <a:solidFill>
                <a:srgbClr val="2C7A7B"/>
              </a:solidFill>
              <a:latin typeface="Trebuchet MS"/>
              <a:ea typeface="Trebuchet MS"/>
              <a:cs typeface="Trebuchet MS"/>
              <a:sym typeface="Trebuchet MS"/>
            </a:endParaRPr>
          </a:p>
        </p:txBody>
      </p:sp>
      <p:cxnSp>
        <p:nvCxnSpPr>
          <p:cNvPr id="307" name="Google Shape;307;p41"/>
          <p:cNvCxnSpPr/>
          <p:nvPr/>
        </p:nvCxnSpPr>
        <p:spPr>
          <a:xfrm>
            <a:off x="651510" y="891540"/>
            <a:ext cx="589800" cy="0"/>
          </a:xfrm>
          <a:prstGeom prst="straightConnector1">
            <a:avLst/>
          </a:prstGeom>
          <a:noFill/>
          <a:ln w="28575" cap="flat" cmpd="sng">
            <a:solidFill>
              <a:srgbClr val="2C7A7B"/>
            </a:solidFill>
            <a:prstDash val="solid"/>
            <a:round/>
            <a:headEnd type="none" w="sm" len="sm"/>
            <a:tailEnd type="none" w="sm" len="sm"/>
          </a:ln>
        </p:spPr>
      </p:cxnSp>
      <p:pic>
        <p:nvPicPr>
          <p:cNvPr id="308" name="Google Shape;308;p41"/>
          <p:cNvPicPr preferRelativeResize="0"/>
          <p:nvPr/>
        </p:nvPicPr>
        <p:blipFill>
          <a:blip r:embed="rId3">
            <a:alphaModFix/>
          </a:blip>
          <a:stretch>
            <a:fillRect/>
          </a:stretch>
        </p:blipFill>
        <p:spPr>
          <a:xfrm>
            <a:off x="2254775" y="205615"/>
            <a:ext cx="6375489" cy="3939960"/>
          </a:xfrm>
          <a:prstGeom prst="rect">
            <a:avLst/>
          </a:prstGeom>
          <a:noFill/>
          <a:ln>
            <a:noFill/>
          </a:ln>
        </p:spPr>
      </p:pic>
      <p:sp>
        <p:nvSpPr>
          <p:cNvPr id="309" name="Google Shape;309;p41"/>
          <p:cNvSpPr txBox="1"/>
          <p:nvPr/>
        </p:nvSpPr>
        <p:spPr>
          <a:xfrm>
            <a:off x="545400" y="4145575"/>
            <a:ext cx="8232000" cy="10158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u="sng">
                <a:solidFill>
                  <a:schemeClr val="dk1"/>
                </a:solidFill>
                <a:latin typeface="Trebuchet MS"/>
                <a:ea typeface="Trebuchet MS"/>
                <a:cs typeface="Trebuchet MS"/>
                <a:sym typeface="Trebuchet MS"/>
              </a:rPr>
              <a:t>Figure.Levels of metabolites spent in Fn-Sg coculture and Fn monoculture showing that ornithine, putrescine and downstread N-acetylputrescine is elevated when SG is present (as expected)</a:t>
            </a:r>
            <a:endParaRPr sz="1800" u="sng">
              <a:solidFill>
                <a:schemeClr val="dk1"/>
              </a:solidFill>
              <a:latin typeface="Trebuchet MS"/>
              <a:ea typeface="Trebuchet MS"/>
              <a:cs typeface="Trebuchet MS"/>
              <a:sym typeface="Trebuchet MS"/>
            </a:endParaRPr>
          </a:p>
        </p:txBody>
      </p:sp>
      <p:sp>
        <p:nvSpPr>
          <p:cNvPr id="310" name="Google Shape;310;p41"/>
          <p:cNvSpPr txBox="1"/>
          <p:nvPr/>
        </p:nvSpPr>
        <p:spPr>
          <a:xfrm>
            <a:off x="5894800" y="199375"/>
            <a:ext cx="3000000" cy="3540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100"/>
              <a:t>*** denotes statistical significance.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2"/>
          <p:cNvSpPr/>
          <p:nvPr/>
        </p:nvSpPr>
        <p:spPr>
          <a:xfrm>
            <a:off x="651510" y="891540"/>
            <a:ext cx="7840800" cy="7200"/>
          </a:xfrm>
          <a:prstGeom prst="rect">
            <a:avLst/>
          </a:prstGeom>
          <a:solidFill>
            <a:srgbClr val="D8D2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316" name="Google Shape;316;p42"/>
          <p:cNvSpPr txBox="1"/>
          <p:nvPr/>
        </p:nvSpPr>
        <p:spPr>
          <a:xfrm>
            <a:off x="651510" y="411480"/>
            <a:ext cx="5006400" cy="3693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None/>
            </a:pPr>
            <a:r>
              <a:rPr lang="en" sz="2400" b="1" i="0" cap="none">
                <a:solidFill>
                  <a:srgbClr val="2C7A7B"/>
                </a:solidFill>
                <a:latin typeface="Trebuchet MS"/>
                <a:ea typeface="Trebuchet MS"/>
                <a:cs typeface="Trebuchet MS"/>
                <a:sym typeface="Trebuchet MS"/>
              </a:rPr>
              <a:t>RESULTS</a:t>
            </a:r>
            <a:endParaRPr sz="2400" b="1" i="0" cap="none">
              <a:solidFill>
                <a:srgbClr val="2C7A7B"/>
              </a:solidFill>
              <a:latin typeface="Trebuchet MS"/>
              <a:ea typeface="Trebuchet MS"/>
              <a:cs typeface="Trebuchet MS"/>
              <a:sym typeface="Trebuchet MS"/>
            </a:endParaRPr>
          </a:p>
        </p:txBody>
      </p:sp>
      <p:cxnSp>
        <p:nvCxnSpPr>
          <p:cNvPr id="317" name="Google Shape;317;p42"/>
          <p:cNvCxnSpPr/>
          <p:nvPr/>
        </p:nvCxnSpPr>
        <p:spPr>
          <a:xfrm>
            <a:off x="651510" y="891540"/>
            <a:ext cx="589800" cy="0"/>
          </a:xfrm>
          <a:prstGeom prst="straightConnector1">
            <a:avLst/>
          </a:prstGeom>
          <a:noFill/>
          <a:ln w="28575" cap="flat" cmpd="sng">
            <a:solidFill>
              <a:srgbClr val="2C7A7B"/>
            </a:solidFill>
            <a:prstDash val="solid"/>
            <a:round/>
            <a:headEnd type="none" w="sm" len="sm"/>
            <a:tailEnd type="none" w="sm" len="sm"/>
          </a:ln>
        </p:spPr>
      </p:cxnSp>
      <p:pic>
        <p:nvPicPr>
          <p:cNvPr id="318" name="Google Shape;318;p42"/>
          <p:cNvPicPr preferRelativeResize="0"/>
          <p:nvPr/>
        </p:nvPicPr>
        <p:blipFill>
          <a:blip r:embed="rId3">
            <a:alphaModFix/>
          </a:blip>
          <a:stretch>
            <a:fillRect/>
          </a:stretch>
        </p:blipFill>
        <p:spPr>
          <a:xfrm>
            <a:off x="2116800" y="475740"/>
            <a:ext cx="6375489" cy="3939960"/>
          </a:xfrm>
          <a:prstGeom prst="rect">
            <a:avLst/>
          </a:prstGeom>
          <a:noFill/>
          <a:ln>
            <a:noFill/>
          </a:ln>
        </p:spPr>
      </p:pic>
      <p:sp>
        <p:nvSpPr>
          <p:cNvPr id="319" name="Google Shape;319;p42"/>
          <p:cNvSpPr txBox="1"/>
          <p:nvPr/>
        </p:nvSpPr>
        <p:spPr>
          <a:xfrm>
            <a:off x="545400" y="4145575"/>
            <a:ext cx="8232000" cy="10158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u="sng">
                <a:solidFill>
                  <a:schemeClr val="dk1"/>
                </a:solidFill>
                <a:latin typeface="Trebuchet MS"/>
                <a:ea typeface="Trebuchet MS"/>
                <a:cs typeface="Trebuchet MS"/>
                <a:sym typeface="Trebuchet MS"/>
              </a:rPr>
              <a:t>Figure.Levels of metabolites spent in Fn-Vp coculture and Fn monoculture showing that lysine and cadaverine is elevated; and ornithine, putrescine, N-acetylputresciene is not elevated when Vp is present (as expected).</a:t>
            </a:r>
            <a:endParaRPr sz="1800" u="sng">
              <a:solidFill>
                <a:schemeClr val="dk1"/>
              </a:solidFill>
              <a:latin typeface="Trebuchet MS"/>
              <a:ea typeface="Trebuchet MS"/>
              <a:cs typeface="Trebuchet MS"/>
              <a:sym typeface="Trebuchet MS"/>
            </a:endParaRPr>
          </a:p>
        </p:txBody>
      </p:sp>
      <p:sp>
        <p:nvSpPr>
          <p:cNvPr id="320" name="Google Shape;320;p42"/>
          <p:cNvSpPr txBox="1"/>
          <p:nvPr/>
        </p:nvSpPr>
        <p:spPr>
          <a:xfrm>
            <a:off x="5894800" y="199375"/>
            <a:ext cx="3000000" cy="3540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100"/>
              <a:t>*** denotes statistical significance.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4"/>
        <p:cNvGrpSpPr/>
        <p:nvPr/>
      </p:nvGrpSpPr>
      <p:grpSpPr>
        <a:xfrm>
          <a:off x="0" y="0"/>
          <a:ext cx="0" cy="0"/>
          <a:chOff x="0" y="0"/>
          <a:chExt cx="0" cy="0"/>
        </a:xfrm>
      </p:grpSpPr>
      <p:sp>
        <p:nvSpPr>
          <p:cNvPr id="325" name="Google Shape;325;p43"/>
          <p:cNvSpPr/>
          <p:nvPr/>
        </p:nvSpPr>
        <p:spPr>
          <a:xfrm>
            <a:off x="651510" y="891540"/>
            <a:ext cx="7840751" cy="7144"/>
          </a:xfrm>
          <a:prstGeom prst="rect">
            <a:avLst/>
          </a:prstGeom>
          <a:solidFill>
            <a:srgbClr val="D8D2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326" name="Google Shape;326;p43"/>
          <p:cNvSpPr txBox="1"/>
          <p:nvPr/>
        </p:nvSpPr>
        <p:spPr>
          <a:xfrm>
            <a:off x="651510" y="411480"/>
            <a:ext cx="5006340" cy="425261"/>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None/>
            </a:pPr>
            <a:r>
              <a:rPr lang="en" sz="2400" b="1" i="0" cap="none">
                <a:solidFill>
                  <a:srgbClr val="2C7A7B"/>
                </a:solidFill>
                <a:latin typeface="Trebuchet MS"/>
                <a:ea typeface="Trebuchet MS"/>
                <a:cs typeface="Trebuchet MS"/>
                <a:sym typeface="Trebuchet MS"/>
              </a:rPr>
              <a:t>LIMITATIONS</a:t>
            </a:r>
            <a:endParaRPr sz="2400" b="1" i="0" cap="none">
              <a:solidFill>
                <a:srgbClr val="2C7A7B"/>
              </a:solidFill>
              <a:latin typeface="Trebuchet MS"/>
              <a:ea typeface="Trebuchet MS"/>
              <a:cs typeface="Trebuchet MS"/>
              <a:sym typeface="Trebuchet MS"/>
            </a:endParaRPr>
          </a:p>
        </p:txBody>
      </p:sp>
      <p:cxnSp>
        <p:nvCxnSpPr>
          <p:cNvPr id="327" name="Google Shape;327;p43"/>
          <p:cNvCxnSpPr/>
          <p:nvPr/>
        </p:nvCxnSpPr>
        <p:spPr>
          <a:xfrm>
            <a:off x="651510" y="891540"/>
            <a:ext cx="589788" cy="0"/>
          </a:xfrm>
          <a:prstGeom prst="straightConnector1">
            <a:avLst/>
          </a:prstGeom>
          <a:noFill/>
          <a:ln w="28575" cap="flat" cmpd="sng">
            <a:solidFill>
              <a:srgbClr val="2C7A7B"/>
            </a:solidFill>
            <a:prstDash val="solid"/>
            <a:round/>
            <a:headEnd type="none" w="sm" len="sm"/>
            <a:tailEnd type="none" w="sm" len="sm"/>
          </a:ln>
        </p:spPr>
      </p:cxnSp>
      <p:cxnSp>
        <p:nvCxnSpPr>
          <p:cNvPr id="328" name="Google Shape;328;p43"/>
          <p:cNvCxnSpPr/>
          <p:nvPr/>
        </p:nvCxnSpPr>
        <p:spPr>
          <a:xfrm>
            <a:off x="651510" y="4786884"/>
            <a:ext cx="7838694" cy="0"/>
          </a:xfrm>
          <a:prstGeom prst="straightConnector1">
            <a:avLst/>
          </a:prstGeom>
          <a:noFill/>
          <a:ln w="9525" cap="flat" cmpd="sng">
            <a:solidFill>
              <a:srgbClr val="D8D2C6"/>
            </a:solidFill>
            <a:prstDash val="solid"/>
            <a:round/>
            <a:headEnd type="none" w="sm" len="sm"/>
            <a:tailEnd type="none" w="sm" len="sm"/>
          </a:ln>
        </p:spPr>
      </p:cxnSp>
      <p:sp>
        <p:nvSpPr>
          <p:cNvPr id="329" name="Google Shape;329;p43"/>
          <p:cNvSpPr txBox="1"/>
          <p:nvPr/>
        </p:nvSpPr>
        <p:spPr>
          <a:xfrm>
            <a:off x="2871534" y="450980"/>
            <a:ext cx="56187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100"/>
          </a:p>
        </p:txBody>
      </p:sp>
      <p:sp>
        <p:nvSpPr>
          <p:cNvPr id="330" name="Google Shape;330;p43"/>
          <p:cNvSpPr txBox="1">
            <a:spLocks noGrp="1"/>
          </p:cNvSpPr>
          <p:nvPr>
            <p:ph type="sldNum" idx="12"/>
          </p:nvPr>
        </p:nvSpPr>
        <p:spPr>
          <a:xfrm>
            <a:off x="7118375" y="4780027"/>
            <a:ext cx="16002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331" name="Google Shape;331;p43"/>
          <p:cNvSpPr txBox="1"/>
          <p:nvPr/>
        </p:nvSpPr>
        <p:spPr>
          <a:xfrm>
            <a:off x="725300" y="1100750"/>
            <a:ext cx="7430100" cy="4100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800" b="1">
                <a:latin typeface="Trebuchet MS"/>
                <a:ea typeface="Trebuchet MS"/>
                <a:cs typeface="Trebuchet MS"/>
                <a:sym typeface="Trebuchet MS"/>
              </a:rPr>
              <a:t>Small Sample Size</a:t>
            </a:r>
            <a:endParaRPr sz="1800" b="1">
              <a:latin typeface="Trebuchet MS"/>
              <a:ea typeface="Trebuchet MS"/>
              <a:cs typeface="Trebuchet MS"/>
              <a:sym typeface="Trebuchet MS"/>
            </a:endParaRPr>
          </a:p>
          <a:p>
            <a:pPr marL="457200" lvl="0" indent="-342900" algn="l" rtl="0">
              <a:lnSpc>
                <a:spcPct val="115000"/>
              </a:lnSpc>
              <a:spcBef>
                <a:spcPts val="1200"/>
              </a:spcBef>
              <a:spcAft>
                <a:spcPts val="0"/>
              </a:spcAft>
              <a:buSzPts val="1800"/>
              <a:buFont typeface="Trebuchet MS"/>
              <a:buChar char="●"/>
            </a:pPr>
            <a:r>
              <a:rPr lang="en" sz="1800" b="1">
                <a:latin typeface="Trebuchet MS"/>
                <a:ea typeface="Trebuchet MS"/>
                <a:cs typeface="Trebuchet MS"/>
                <a:sym typeface="Trebuchet MS"/>
              </a:rPr>
              <a:t>n = 3 replicates/condition</a:t>
            </a:r>
            <a:endParaRPr sz="1800" b="1">
              <a:latin typeface="Trebuchet MS"/>
              <a:ea typeface="Trebuchet MS"/>
              <a:cs typeface="Trebuchet MS"/>
              <a:sym typeface="Trebuchet MS"/>
            </a:endParaRPr>
          </a:p>
          <a:p>
            <a:pPr marL="457200" lvl="0" indent="-342900" algn="l" rtl="0">
              <a:lnSpc>
                <a:spcPct val="115000"/>
              </a:lnSpc>
              <a:spcBef>
                <a:spcPts val="0"/>
              </a:spcBef>
              <a:spcAft>
                <a:spcPts val="0"/>
              </a:spcAft>
              <a:buSzPts val="1800"/>
              <a:buChar char="●"/>
            </a:pPr>
            <a:r>
              <a:rPr lang="en" sz="1800">
                <a:latin typeface="Trebuchet MS"/>
                <a:ea typeface="Trebuchet MS"/>
                <a:cs typeface="Trebuchet MS"/>
                <a:sym typeface="Trebuchet MS"/>
              </a:rPr>
              <a:t>Require </a:t>
            </a:r>
            <a:r>
              <a:rPr lang="en" sz="1800" b="1">
                <a:latin typeface="Trebuchet MS"/>
                <a:ea typeface="Trebuchet MS"/>
                <a:cs typeface="Trebuchet MS"/>
                <a:sym typeface="Trebuchet MS"/>
              </a:rPr>
              <a:t>non-parametric testing</a:t>
            </a:r>
            <a:endParaRPr sz="1800" b="1">
              <a:latin typeface="Trebuchet MS"/>
              <a:ea typeface="Trebuchet MS"/>
              <a:cs typeface="Trebuchet MS"/>
              <a:sym typeface="Trebuchet MS"/>
            </a:endParaRPr>
          </a:p>
          <a:p>
            <a:pPr marL="0" lvl="0" indent="0" algn="l" rtl="0">
              <a:lnSpc>
                <a:spcPct val="115000"/>
              </a:lnSpc>
              <a:spcBef>
                <a:spcPts val="1200"/>
              </a:spcBef>
              <a:spcAft>
                <a:spcPts val="0"/>
              </a:spcAft>
              <a:buNone/>
            </a:pPr>
            <a:r>
              <a:rPr lang="en" sz="1800" b="1">
                <a:latin typeface="Trebuchet MS"/>
                <a:ea typeface="Trebuchet MS"/>
                <a:cs typeface="Trebuchet MS"/>
                <a:sym typeface="Trebuchet MS"/>
              </a:rPr>
              <a:t> Study used Transwell Model</a:t>
            </a:r>
            <a:endParaRPr sz="1800" b="1">
              <a:latin typeface="Trebuchet MS"/>
              <a:ea typeface="Trebuchet MS"/>
              <a:cs typeface="Trebuchet MS"/>
              <a:sym typeface="Trebuchet MS"/>
            </a:endParaRPr>
          </a:p>
          <a:p>
            <a:pPr marL="457200" lvl="0" indent="-342900" algn="l" rtl="0">
              <a:lnSpc>
                <a:spcPct val="115000"/>
              </a:lnSpc>
              <a:spcBef>
                <a:spcPts val="1200"/>
              </a:spcBef>
              <a:spcAft>
                <a:spcPts val="0"/>
              </a:spcAft>
              <a:buSzPts val="1800"/>
              <a:buChar char="●"/>
            </a:pPr>
            <a:r>
              <a:rPr lang="en" sz="1800">
                <a:latin typeface="Trebuchet MS"/>
                <a:ea typeface="Trebuchet MS"/>
                <a:cs typeface="Trebuchet MS"/>
                <a:sym typeface="Trebuchet MS"/>
              </a:rPr>
              <a:t>Measures only </a:t>
            </a:r>
            <a:r>
              <a:rPr lang="en" sz="1800" b="1">
                <a:latin typeface="Trebuchet MS"/>
                <a:ea typeface="Trebuchet MS"/>
                <a:cs typeface="Trebuchet MS"/>
                <a:sym typeface="Trebuchet MS"/>
              </a:rPr>
              <a:t>diffusible, contact-independent metabolites</a:t>
            </a:r>
            <a:endParaRPr sz="1800" b="1">
              <a:latin typeface="Trebuchet MS"/>
              <a:ea typeface="Trebuchet MS"/>
              <a:cs typeface="Trebuchet MS"/>
              <a:sym typeface="Trebuchet MS"/>
            </a:endParaRPr>
          </a:p>
          <a:p>
            <a:pPr marL="457200" lvl="0" indent="-342900" algn="l" rtl="0">
              <a:lnSpc>
                <a:spcPct val="115000"/>
              </a:lnSpc>
              <a:spcBef>
                <a:spcPts val="0"/>
              </a:spcBef>
              <a:spcAft>
                <a:spcPts val="0"/>
              </a:spcAft>
              <a:buSzPts val="1800"/>
              <a:buChar char="●"/>
            </a:pPr>
            <a:r>
              <a:rPr lang="en" sz="1800">
                <a:latin typeface="Trebuchet MS"/>
                <a:ea typeface="Trebuchet MS"/>
                <a:cs typeface="Trebuchet MS"/>
                <a:sym typeface="Trebuchet MS"/>
              </a:rPr>
              <a:t>Does not capture </a:t>
            </a:r>
            <a:r>
              <a:rPr lang="en" sz="1800" b="1">
                <a:latin typeface="Trebuchet MS"/>
                <a:ea typeface="Trebuchet MS"/>
                <a:cs typeface="Trebuchet MS"/>
                <a:sym typeface="Trebuchet MS"/>
              </a:rPr>
              <a:t>cell-contact interactions</a:t>
            </a:r>
            <a:r>
              <a:rPr lang="en" sz="1800">
                <a:latin typeface="Trebuchet MS"/>
                <a:ea typeface="Trebuchet MS"/>
                <a:cs typeface="Trebuchet MS"/>
                <a:sym typeface="Trebuchet MS"/>
              </a:rPr>
              <a:t> or full multispecies biofilm dynamics</a:t>
            </a:r>
            <a:endParaRPr sz="1800">
              <a:latin typeface="Trebuchet MS"/>
              <a:ea typeface="Trebuchet MS"/>
              <a:cs typeface="Trebuchet MS"/>
              <a:sym typeface="Trebuchet MS"/>
            </a:endParaRPr>
          </a:p>
          <a:p>
            <a:pPr marL="0" lvl="0" indent="0" algn="l" rtl="0">
              <a:lnSpc>
                <a:spcPct val="115000"/>
              </a:lnSpc>
              <a:spcBef>
                <a:spcPts val="1200"/>
              </a:spcBef>
              <a:spcAft>
                <a:spcPts val="0"/>
              </a:spcAft>
              <a:buNone/>
            </a:pPr>
            <a:r>
              <a:rPr lang="en" sz="1800" b="1">
                <a:latin typeface="Trebuchet MS"/>
                <a:ea typeface="Trebuchet MS"/>
                <a:cs typeface="Trebuchet MS"/>
                <a:sym typeface="Trebuchet MS"/>
              </a:rPr>
              <a:t>Focus on extracellular metabolites due to limited time</a:t>
            </a:r>
            <a:endParaRPr sz="1800" b="1">
              <a:latin typeface="Trebuchet MS"/>
              <a:ea typeface="Trebuchet MS"/>
              <a:cs typeface="Trebuchet MS"/>
              <a:sym typeface="Trebuchet MS"/>
            </a:endParaRPr>
          </a:p>
          <a:p>
            <a:pPr marL="0" lvl="0" indent="0" algn="l" rtl="0">
              <a:spcBef>
                <a:spcPts val="1200"/>
              </a:spcBef>
              <a:spcAft>
                <a:spcPts val="0"/>
              </a:spcAft>
              <a:buNone/>
            </a:pPr>
            <a:endParaRPr sz="1800">
              <a:solidFill>
                <a:srgbClr val="2B2B2B"/>
              </a:solidFill>
              <a:latin typeface="Trebuchet MS"/>
              <a:ea typeface="Trebuchet MS"/>
              <a:cs typeface="Trebuchet MS"/>
              <a:sym typeface="Trebuchet MS"/>
            </a:endParaRPr>
          </a:p>
        </p:txBody>
      </p:sp>
      <p:pic>
        <p:nvPicPr>
          <p:cNvPr id="332" name="Google Shape;332;p43" title="Screenshot 2026-09-20 at 11.50.06 AM.png"/>
          <p:cNvPicPr preferRelativeResize="0"/>
          <p:nvPr/>
        </p:nvPicPr>
        <p:blipFill>
          <a:blip r:embed="rId3">
            <a:alphaModFix/>
          </a:blip>
          <a:stretch>
            <a:fillRect/>
          </a:stretch>
        </p:blipFill>
        <p:spPr>
          <a:xfrm>
            <a:off x="4891075" y="536050"/>
            <a:ext cx="4074100" cy="1917225"/>
          </a:xfrm>
          <a:prstGeom prst="rect">
            <a:avLst/>
          </a:prstGeom>
          <a:noFill/>
          <a:ln>
            <a:noFill/>
          </a:ln>
        </p:spPr>
      </p:pic>
      <p:sp>
        <p:nvSpPr>
          <p:cNvPr id="3" name="TextBox 2">
            <a:extLst>
              <a:ext uri="{FF2B5EF4-FFF2-40B4-BE49-F238E27FC236}">
                <a16:creationId xmlns:a16="http://schemas.microsoft.com/office/drawing/2014/main" id="{AAA1AB40-B951-A929-47F6-DBA86DEB10D3}"/>
              </a:ext>
            </a:extLst>
          </p:cNvPr>
          <p:cNvSpPr txBox="1"/>
          <p:nvPr/>
        </p:nvSpPr>
        <p:spPr>
          <a:xfrm>
            <a:off x="5531708" y="4793742"/>
            <a:ext cx="4572000" cy="276999"/>
          </a:xfrm>
          <a:prstGeom prst="rect">
            <a:avLst/>
          </a:prstGeom>
          <a:noFill/>
        </p:spPr>
        <p:txBody>
          <a:bodyPr wrap="square">
            <a:spAutoFit/>
          </a:bodyPr>
          <a:lstStyle/>
          <a:p>
            <a:r>
              <a:rPr lang="en-SG" sz="1200" b="0" i="0" u="sng" dirty="0">
                <a:effectLst/>
                <a:latin typeface="Roboto" panose="02000000000000000000" pitchFamily="2" charset="0"/>
                <a:hlinkClick r:id="rId4"/>
              </a:rPr>
              <a:t>https://share.google/10SLXodl7VrpbQiVt</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6"/>
        <p:cNvGrpSpPr/>
        <p:nvPr/>
      </p:nvGrpSpPr>
      <p:grpSpPr>
        <a:xfrm>
          <a:off x="0" y="0"/>
          <a:ext cx="0" cy="0"/>
          <a:chOff x="0" y="0"/>
          <a:chExt cx="0" cy="0"/>
        </a:xfrm>
      </p:grpSpPr>
      <p:sp>
        <p:nvSpPr>
          <p:cNvPr id="337" name="Google Shape;337;p44"/>
          <p:cNvSpPr/>
          <p:nvPr/>
        </p:nvSpPr>
        <p:spPr>
          <a:xfrm>
            <a:off x="651510" y="891540"/>
            <a:ext cx="7840751" cy="7144"/>
          </a:xfrm>
          <a:prstGeom prst="rect">
            <a:avLst/>
          </a:prstGeom>
          <a:solidFill>
            <a:srgbClr val="D8D2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338" name="Google Shape;338;p44"/>
          <p:cNvSpPr txBox="1"/>
          <p:nvPr/>
        </p:nvSpPr>
        <p:spPr>
          <a:xfrm>
            <a:off x="651509" y="411923"/>
            <a:ext cx="5006340" cy="425261"/>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None/>
            </a:pPr>
            <a:r>
              <a:rPr lang="en" sz="2400" b="1" i="0" cap="none">
                <a:solidFill>
                  <a:srgbClr val="2C7A7B"/>
                </a:solidFill>
                <a:latin typeface="Trebuchet MS"/>
                <a:ea typeface="Trebuchet MS"/>
                <a:cs typeface="Trebuchet MS"/>
                <a:sym typeface="Trebuchet MS"/>
              </a:rPr>
              <a:t>FUTURE DIRECTION</a:t>
            </a:r>
            <a:endParaRPr sz="2400" b="1" i="0" cap="none">
              <a:solidFill>
                <a:srgbClr val="2C7A7B"/>
              </a:solidFill>
              <a:latin typeface="Trebuchet MS"/>
              <a:ea typeface="Trebuchet MS"/>
              <a:cs typeface="Trebuchet MS"/>
              <a:sym typeface="Trebuchet MS"/>
            </a:endParaRPr>
          </a:p>
        </p:txBody>
      </p:sp>
      <p:cxnSp>
        <p:nvCxnSpPr>
          <p:cNvPr id="339" name="Google Shape;339;p44"/>
          <p:cNvCxnSpPr/>
          <p:nvPr/>
        </p:nvCxnSpPr>
        <p:spPr>
          <a:xfrm>
            <a:off x="651510" y="891540"/>
            <a:ext cx="589788" cy="0"/>
          </a:xfrm>
          <a:prstGeom prst="straightConnector1">
            <a:avLst/>
          </a:prstGeom>
          <a:noFill/>
          <a:ln w="28575" cap="flat" cmpd="sng">
            <a:solidFill>
              <a:srgbClr val="2C7A7B"/>
            </a:solidFill>
            <a:prstDash val="solid"/>
            <a:round/>
            <a:headEnd type="none" w="sm" len="sm"/>
            <a:tailEnd type="none" w="sm" len="sm"/>
          </a:ln>
        </p:spPr>
      </p:cxnSp>
      <p:cxnSp>
        <p:nvCxnSpPr>
          <p:cNvPr id="340" name="Google Shape;340;p44"/>
          <p:cNvCxnSpPr/>
          <p:nvPr/>
        </p:nvCxnSpPr>
        <p:spPr>
          <a:xfrm>
            <a:off x="651510" y="4786884"/>
            <a:ext cx="7838694" cy="0"/>
          </a:xfrm>
          <a:prstGeom prst="straightConnector1">
            <a:avLst/>
          </a:prstGeom>
          <a:noFill/>
          <a:ln w="9525" cap="flat" cmpd="sng">
            <a:solidFill>
              <a:srgbClr val="D8D2C6"/>
            </a:solidFill>
            <a:prstDash val="solid"/>
            <a:round/>
            <a:headEnd type="none" w="sm" len="sm"/>
            <a:tailEnd type="none" w="sm" len="sm"/>
          </a:ln>
        </p:spPr>
      </p:cxnSp>
      <p:sp>
        <p:nvSpPr>
          <p:cNvPr id="341" name="Google Shape;341;p44"/>
          <p:cNvSpPr txBox="1"/>
          <p:nvPr/>
        </p:nvSpPr>
        <p:spPr>
          <a:xfrm>
            <a:off x="742697" y="1446125"/>
            <a:ext cx="7656300" cy="24243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r>
              <a:rPr lang="en" sz="1800" b="1">
                <a:solidFill>
                  <a:schemeClr val="dk1"/>
                </a:solidFill>
                <a:latin typeface="Trebuchet MS"/>
                <a:ea typeface="Trebuchet MS"/>
                <a:cs typeface="Trebuchet MS"/>
                <a:sym typeface="Trebuchet MS"/>
              </a:rPr>
              <a:t>If you had more time, which additional analyses would you perform?</a:t>
            </a:r>
            <a:endParaRPr sz="1800" b="1">
              <a:solidFill>
                <a:schemeClr val="dk1"/>
              </a:solidFill>
              <a:latin typeface="Trebuchet MS"/>
              <a:ea typeface="Trebuchet MS"/>
              <a:cs typeface="Trebuchet MS"/>
              <a:sym typeface="Trebuchet MS"/>
            </a:endParaRPr>
          </a:p>
          <a:p>
            <a:pPr marL="457200" marR="0" lvl="0" indent="-342900" algn="l" rtl="0">
              <a:lnSpc>
                <a:spcPct val="150000"/>
              </a:lnSpc>
              <a:spcBef>
                <a:spcPts val="0"/>
              </a:spcBef>
              <a:spcAft>
                <a:spcPts val="0"/>
              </a:spcAft>
              <a:buClr>
                <a:schemeClr val="dk1"/>
              </a:buClr>
              <a:buSzPts val="1800"/>
              <a:buFont typeface="Trebuchet MS"/>
              <a:buChar char="-"/>
            </a:pPr>
            <a:r>
              <a:rPr lang="en" sz="1800">
                <a:solidFill>
                  <a:schemeClr val="dk1"/>
                </a:solidFill>
                <a:latin typeface="Trebuchet MS"/>
                <a:ea typeface="Trebuchet MS"/>
                <a:cs typeface="Trebuchet MS"/>
                <a:sym typeface="Trebuchet MS"/>
              </a:rPr>
              <a:t>Download data from other studies to reproduce</a:t>
            </a:r>
            <a:endParaRPr sz="1800">
              <a:solidFill>
                <a:schemeClr val="dk1"/>
              </a:solidFill>
              <a:latin typeface="Trebuchet MS"/>
              <a:ea typeface="Trebuchet MS"/>
              <a:cs typeface="Trebuchet MS"/>
              <a:sym typeface="Trebuchet MS"/>
            </a:endParaRPr>
          </a:p>
          <a:p>
            <a:pPr marL="457200" marR="0" lvl="0" indent="0" algn="l" rtl="0">
              <a:lnSpc>
                <a:spcPct val="150000"/>
              </a:lnSpc>
              <a:spcBef>
                <a:spcPts val="0"/>
              </a:spcBef>
              <a:spcAft>
                <a:spcPts val="0"/>
              </a:spcAft>
              <a:buNone/>
            </a:pPr>
            <a:endParaRPr sz="1800">
              <a:solidFill>
                <a:schemeClr val="dk1"/>
              </a:solidFill>
              <a:latin typeface="Trebuchet MS"/>
              <a:ea typeface="Trebuchet MS"/>
              <a:cs typeface="Trebuchet MS"/>
              <a:sym typeface="Trebuchet MS"/>
            </a:endParaRPr>
          </a:p>
          <a:p>
            <a:pPr marL="0" marR="0" lvl="0" indent="0" algn="l" rtl="0">
              <a:lnSpc>
                <a:spcPct val="150000"/>
              </a:lnSpc>
              <a:spcBef>
                <a:spcPts val="0"/>
              </a:spcBef>
              <a:spcAft>
                <a:spcPts val="0"/>
              </a:spcAft>
              <a:buNone/>
            </a:pPr>
            <a:r>
              <a:rPr lang="en" sz="1800" b="1">
                <a:solidFill>
                  <a:schemeClr val="dk1"/>
                </a:solidFill>
                <a:latin typeface="Trebuchet MS"/>
                <a:ea typeface="Trebuchet MS"/>
                <a:cs typeface="Trebuchet MS"/>
                <a:sym typeface="Trebuchet MS"/>
              </a:rPr>
              <a:t>What additional questions did the analysis support?</a:t>
            </a:r>
            <a:endParaRPr sz="1800" b="1">
              <a:solidFill>
                <a:schemeClr val="dk1"/>
              </a:solidFill>
              <a:latin typeface="Trebuchet MS"/>
              <a:ea typeface="Trebuchet MS"/>
              <a:cs typeface="Trebuchet MS"/>
              <a:sym typeface="Trebuchet MS"/>
            </a:endParaRPr>
          </a:p>
          <a:p>
            <a:pPr marL="457200" marR="0" lvl="0" indent="-342900" algn="l" rtl="0">
              <a:lnSpc>
                <a:spcPct val="150000"/>
              </a:lnSpc>
              <a:spcBef>
                <a:spcPts val="0"/>
              </a:spcBef>
              <a:spcAft>
                <a:spcPts val="0"/>
              </a:spcAft>
              <a:buClr>
                <a:schemeClr val="dk1"/>
              </a:buClr>
              <a:buSzPts val="1800"/>
              <a:buFont typeface="Trebuchet MS"/>
              <a:buChar char="-"/>
            </a:pPr>
            <a:r>
              <a:rPr lang="en" sz="1800">
                <a:solidFill>
                  <a:schemeClr val="dk1"/>
                </a:solidFill>
                <a:latin typeface="Trebuchet MS"/>
                <a:ea typeface="Trebuchet MS"/>
                <a:cs typeface="Trebuchet MS"/>
                <a:sym typeface="Trebuchet MS"/>
              </a:rPr>
              <a:t>Study of Fusobacterium Nucleatum with other co-cultures in vivo model (e.g. animal model)</a:t>
            </a:r>
            <a:endParaRPr sz="1800">
              <a:solidFill>
                <a:schemeClr val="dk1"/>
              </a:solidFill>
              <a:latin typeface="Trebuchet MS"/>
              <a:ea typeface="Trebuchet MS"/>
              <a:cs typeface="Trebuchet MS"/>
              <a:sym typeface="Trebuchet MS"/>
            </a:endParaRPr>
          </a:p>
        </p:txBody>
      </p:sp>
      <p:sp>
        <p:nvSpPr>
          <p:cNvPr id="342" name="Google Shape;342;p44"/>
          <p:cNvSpPr txBox="1">
            <a:spLocks noGrp="1"/>
          </p:cNvSpPr>
          <p:nvPr>
            <p:ph type="sldNum" idx="12"/>
          </p:nvPr>
        </p:nvSpPr>
        <p:spPr>
          <a:xfrm>
            <a:off x="7118375" y="4780027"/>
            <a:ext cx="16002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5"/>
          <p:cNvSpPr/>
          <p:nvPr/>
        </p:nvSpPr>
        <p:spPr>
          <a:xfrm>
            <a:off x="651510" y="891540"/>
            <a:ext cx="7840800" cy="7200"/>
          </a:xfrm>
          <a:prstGeom prst="rect">
            <a:avLst/>
          </a:prstGeom>
          <a:solidFill>
            <a:srgbClr val="D8D2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Trebuchet MS"/>
              <a:ea typeface="Trebuchet MS"/>
              <a:cs typeface="Trebuchet MS"/>
              <a:sym typeface="Trebuchet MS"/>
            </a:endParaRPr>
          </a:p>
        </p:txBody>
      </p:sp>
      <p:cxnSp>
        <p:nvCxnSpPr>
          <p:cNvPr id="348" name="Google Shape;348;p45"/>
          <p:cNvCxnSpPr/>
          <p:nvPr/>
        </p:nvCxnSpPr>
        <p:spPr>
          <a:xfrm>
            <a:off x="651510" y="891540"/>
            <a:ext cx="589800" cy="0"/>
          </a:xfrm>
          <a:prstGeom prst="straightConnector1">
            <a:avLst/>
          </a:prstGeom>
          <a:noFill/>
          <a:ln w="28575" cap="flat" cmpd="sng">
            <a:solidFill>
              <a:srgbClr val="2C7A7B"/>
            </a:solidFill>
            <a:prstDash val="solid"/>
            <a:round/>
            <a:headEnd type="none" w="sm" len="sm"/>
            <a:tailEnd type="none" w="sm" len="sm"/>
          </a:ln>
        </p:spPr>
      </p:cxnSp>
      <p:pic>
        <p:nvPicPr>
          <p:cNvPr id="349" name="Google Shape;349;p45" descr="Questions and thank you"/>
          <p:cNvPicPr preferRelativeResize="0"/>
          <p:nvPr/>
        </p:nvPicPr>
        <p:blipFill>
          <a:blip r:embed="rId3">
            <a:alphaModFix/>
          </a:blip>
          <a:stretch>
            <a:fillRect/>
          </a:stretch>
        </p:blipFill>
        <p:spPr>
          <a:xfrm>
            <a:off x="2448975" y="298865"/>
            <a:ext cx="3939960" cy="3939960"/>
          </a:xfrm>
          <a:prstGeom prst="rect">
            <a:avLst/>
          </a:prstGeom>
          <a:noFill/>
          <a:ln>
            <a:noFill/>
          </a:ln>
        </p:spPr>
      </p:pic>
      <p:sp>
        <p:nvSpPr>
          <p:cNvPr id="350" name="Google Shape;350;p45"/>
          <p:cNvSpPr txBox="1"/>
          <p:nvPr/>
        </p:nvSpPr>
        <p:spPr>
          <a:xfrm>
            <a:off x="6388925" y="4712400"/>
            <a:ext cx="2761500" cy="4311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i="1">
                <a:solidFill>
                  <a:schemeClr val="dk1"/>
                </a:solidFill>
                <a:latin typeface="Trebuchet MS"/>
                <a:ea typeface="Trebuchet MS"/>
                <a:cs typeface="Trebuchet MS"/>
                <a:sym typeface="Trebuchet MS"/>
              </a:rPr>
              <a:t>Generated by google gemini</a:t>
            </a:r>
            <a:endParaRPr sz="1600" i="1">
              <a:solidFill>
                <a:schemeClr val="dk1"/>
              </a:solidFill>
              <a:latin typeface="Trebuchet MS"/>
              <a:ea typeface="Trebuchet MS"/>
              <a:cs typeface="Trebuchet MS"/>
              <a:sym typeface="Trebuchet MS"/>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FDE Short Course">
      <a:dk1>
        <a:srgbClr val="2B2B2B"/>
      </a:dk1>
      <a:lt1>
        <a:srgbClr val="FFFFFF"/>
      </a:lt1>
      <a:dk2>
        <a:srgbClr val="16323F"/>
      </a:dk2>
      <a:lt2>
        <a:srgbClr val="F4F1EA"/>
      </a:lt2>
      <a:accent1>
        <a:srgbClr val="2C7A7B"/>
      </a:accent1>
      <a:accent2>
        <a:srgbClr val="B85C38"/>
      </a:accent2>
      <a:accent3>
        <a:srgbClr val="5F7F63"/>
      </a:accent3>
      <a:accent4>
        <a:srgbClr val="C4943A"/>
      </a:accent4>
      <a:accent5>
        <a:srgbClr val="16323F"/>
      </a:accent5>
      <a:accent6>
        <a:srgbClr val="8A8279"/>
      </a:accent6>
      <a:hlink>
        <a:srgbClr val="2C7A7B"/>
      </a:hlink>
      <a:folHlink>
        <a:srgbClr val="8A827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1468</Words>
  <Application>Microsoft Macintosh PowerPoint</Application>
  <PresentationFormat>On-screen Show (16:9)</PresentationFormat>
  <Paragraphs>143</Paragraphs>
  <Slides>20</Slides>
  <Notes>20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20</vt:i4>
      </vt:variant>
    </vt:vector>
  </HeadingPairs>
  <TitlesOfParts>
    <vt:vector size="26" baseType="lpstr">
      <vt:lpstr>Georgia</vt:lpstr>
      <vt:lpstr>Roboto</vt:lpstr>
      <vt:lpstr>Trebuchet MS</vt:lpstr>
      <vt:lpstr>Arial</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Microsoft Office User</cp:lastModifiedBy>
  <cp:revision>1</cp:revision>
  <dcterms:modified xsi:type="dcterms:W3CDTF">2026-09-20T16:53:17Z</dcterms:modified>
</cp:coreProperties>
</file>